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1.xml" ContentType="application/vnd.openxmlformats-officedocument.presentationml.tags+xml"/>
  <Override PartName="/ppt/notesSlides/notesSlide12.xml" ContentType="application/vnd.openxmlformats-officedocument.presentationml.notesSlide+xml"/>
  <Override PartName="/ppt/tags/tag2.xml" ContentType="application/vnd.openxmlformats-officedocument.presentationml.tags+xml"/>
  <Override PartName="/ppt/notesSlides/notesSlide13.xml" ContentType="application/vnd.openxmlformats-officedocument.presentationml.notesSlide+xml"/>
  <Override PartName="/ppt/tags/tag3.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4.xml" ContentType="application/vnd.openxmlformats-officedocument.presentationml.tags+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9" r:id="rId1"/>
  </p:sldMasterIdLst>
  <p:notesMasterIdLst>
    <p:notesMasterId r:id="rId30"/>
  </p:notesMasterIdLst>
  <p:handoutMasterIdLst>
    <p:handoutMasterId r:id="rId31"/>
  </p:handoutMasterIdLst>
  <p:sldIdLst>
    <p:sldId id="256" r:id="rId2"/>
    <p:sldId id="472" r:id="rId3"/>
    <p:sldId id="473" r:id="rId4"/>
    <p:sldId id="474" r:id="rId5"/>
    <p:sldId id="311" r:id="rId6"/>
    <p:sldId id="313" r:id="rId7"/>
    <p:sldId id="415" r:id="rId8"/>
    <p:sldId id="406" r:id="rId9"/>
    <p:sldId id="316" r:id="rId10"/>
    <p:sldId id="471" r:id="rId11"/>
    <p:sldId id="317" r:id="rId12"/>
    <p:sldId id="319" r:id="rId13"/>
    <p:sldId id="463" r:id="rId14"/>
    <p:sldId id="464" r:id="rId15"/>
    <p:sldId id="465" r:id="rId16"/>
    <p:sldId id="468" r:id="rId17"/>
    <p:sldId id="466" r:id="rId18"/>
    <p:sldId id="485" r:id="rId19"/>
    <p:sldId id="453" r:id="rId20"/>
    <p:sldId id="454" r:id="rId21"/>
    <p:sldId id="475" r:id="rId22"/>
    <p:sldId id="476" r:id="rId23"/>
    <p:sldId id="477" r:id="rId24"/>
    <p:sldId id="478" r:id="rId25"/>
    <p:sldId id="479" r:id="rId26"/>
    <p:sldId id="480" r:id="rId27"/>
    <p:sldId id="484" r:id="rId28"/>
    <p:sldId id="432" r:id="rId29"/>
  </p:sldIdLst>
  <p:sldSz cx="9144000" cy="6858000" type="screen4x3"/>
  <p:notesSz cx="6858000" cy="9144000"/>
  <p:defaultTextStyle>
    <a:defPPr>
      <a:defRPr lang="en-US"/>
    </a:defPPr>
    <a:lvl1pPr algn="l" rtl="0" fontAlgn="base">
      <a:spcBef>
        <a:spcPct val="0"/>
      </a:spcBef>
      <a:spcAft>
        <a:spcPct val="0"/>
      </a:spcAft>
      <a:defRPr sz="3600" kern="1200">
        <a:solidFill>
          <a:schemeClr val="tx1"/>
        </a:solidFill>
        <a:latin typeface="Arial" charset="0"/>
        <a:ea typeface="+mn-ea"/>
        <a:cs typeface="+mn-cs"/>
      </a:defRPr>
    </a:lvl1pPr>
    <a:lvl2pPr marL="457200" algn="l" rtl="0" fontAlgn="base">
      <a:spcBef>
        <a:spcPct val="0"/>
      </a:spcBef>
      <a:spcAft>
        <a:spcPct val="0"/>
      </a:spcAft>
      <a:defRPr sz="3600" kern="1200">
        <a:solidFill>
          <a:schemeClr val="tx1"/>
        </a:solidFill>
        <a:latin typeface="Arial" charset="0"/>
        <a:ea typeface="+mn-ea"/>
        <a:cs typeface="+mn-cs"/>
      </a:defRPr>
    </a:lvl2pPr>
    <a:lvl3pPr marL="914400" algn="l" rtl="0" fontAlgn="base">
      <a:spcBef>
        <a:spcPct val="0"/>
      </a:spcBef>
      <a:spcAft>
        <a:spcPct val="0"/>
      </a:spcAft>
      <a:defRPr sz="3600" kern="1200">
        <a:solidFill>
          <a:schemeClr val="tx1"/>
        </a:solidFill>
        <a:latin typeface="Arial" charset="0"/>
        <a:ea typeface="+mn-ea"/>
        <a:cs typeface="+mn-cs"/>
      </a:defRPr>
    </a:lvl3pPr>
    <a:lvl4pPr marL="1371600" algn="l" rtl="0" fontAlgn="base">
      <a:spcBef>
        <a:spcPct val="0"/>
      </a:spcBef>
      <a:spcAft>
        <a:spcPct val="0"/>
      </a:spcAft>
      <a:defRPr sz="3600" kern="1200">
        <a:solidFill>
          <a:schemeClr val="tx1"/>
        </a:solidFill>
        <a:latin typeface="Arial" charset="0"/>
        <a:ea typeface="+mn-ea"/>
        <a:cs typeface="+mn-cs"/>
      </a:defRPr>
    </a:lvl4pPr>
    <a:lvl5pPr marL="1828800" algn="l" rtl="0" fontAlgn="base">
      <a:spcBef>
        <a:spcPct val="0"/>
      </a:spcBef>
      <a:spcAft>
        <a:spcPct val="0"/>
      </a:spcAft>
      <a:defRPr sz="3600" kern="1200">
        <a:solidFill>
          <a:schemeClr val="tx1"/>
        </a:solidFill>
        <a:latin typeface="Arial" charset="0"/>
        <a:ea typeface="+mn-ea"/>
        <a:cs typeface="+mn-cs"/>
      </a:defRPr>
    </a:lvl5pPr>
    <a:lvl6pPr marL="2286000" algn="l" defTabSz="914400" rtl="0" eaLnBrk="1" latinLnBrk="0" hangingPunct="1">
      <a:defRPr sz="3600" kern="1200">
        <a:solidFill>
          <a:schemeClr val="tx1"/>
        </a:solidFill>
        <a:latin typeface="Arial" charset="0"/>
        <a:ea typeface="+mn-ea"/>
        <a:cs typeface="+mn-cs"/>
      </a:defRPr>
    </a:lvl6pPr>
    <a:lvl7pPr marL="2743200" algn="l" defTabSz="914400" rtl="0" eaLnBrk="1" latinLnBrk="0" hangingPunct="1">
      <a:defRPr sz="3600" kern="1200">
        <a:solidFill>
          <a:schemeClr val="tx1"/>
        </a:solidFill>
        <a:latin typeface="Arial" charset="0"/>
        <a:ea typeface="+mn-ea"/>
        <a:cs typeface="+mn-cs"/>
      </a:defRPr>
    </a:lvl7pPr>
    <a:lvl8pPr marL="3200400" algn="l" defTabSz="914400" rtl="0" eaLnBrk="1" latinLnBrk="0" hangingPunct="1">
      <a:defRPr sz="3600" kern="1200">
        <a:solidFill>
          <a:schemeClr val="tx1"/>
        </a:solidFill>
        <a:latin typeface="Arial" charset="0"/>
        <a:ea typeface="+mn-ea"/>
        <a:cs typeface="+mn-cs"/>
      </a:defRPr>
    </a:lvl8pPr>
    <a:lvl9pPr marL="3657600" algn="l" defTabSz="914400" rtl="0" eaLnBrk="1" latinLnBrk="0" hangingPunct="1">
      <a:defRPr sz="3600"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Default Section" id="{C2FC39DF-09D8-4411-B16D-D5155DE283A8}">
          <p14:sldIdLst>
            <p14:sldId id="256"/>
            <p14:sldId id="472"/>
            <p14:sldId id="473"/>
            <p14:sldId id="474"/>
            <p14:sldId id="311"/>
            <p14:sldId id="313"/>
            <p14:sldId id="415"/>
            <p14:sldId id="406"/>
            <p14:sldId id="316"/>
            <p14:sldId id="471"/>
            <p14:sldId id="317"/>
            <p14:sldId id="319"/>
            <p14:sldId id="463"/>
            <p14:sldId id="464"/>
            <p14:sldId id="465"/>
            <p14:sldId id="468"/>
            <p14:sldId id="466"/>
            <p14:sldId id="485"/>
            <p14:sldId id="453"/>
            <p14:sldId id="454"/>
            <p14:sldId id="475"/>
            <p14:sldId id="476"/>
            <p14:sldId id="477"/>
            <p14:sldId id="478"/>
            <p14:sldId id="479"/>
            <p14:sldId id="480"/>
            <p14:sldId id="484"/>
          </p14:sldIdLst>
        </p14:section>
        <p14:section name="Untitled Section" id="{E1B56EF0-4CE1-4127-8499-B17FAC98C233}">
          <p14:sldIdLst>
            <p14:sldId id="432"/>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20369"/>
    <a:srgbClr val="363636"/>
    <a:srgbClr val="008000"/>
    <a:srgbClr val="3C3C3C"/>
    <a:srgbClr val="289CD5"/>
    <a:srgbClr val="692061"/>
    <a:srgbClr val="337FCC"/>
    <a:srgbClr val="3434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autoAdjust="0"/>
    <p:restoredTop sz="93324" autoAdjust="0"/>
  </p:normalViewPr>
  <p:slideViewPr>
    <p:cSldViewPr snapToGrid="0">
      <p:cViewPr varScale="1">
        <p:scale>
          <a:sx n="111" d="100"/>
          <a:sy n="111" d="100"/>
        </p:scale>
        <p:origin x="1704" y="200"/>
      </p:cViewPr>
      <p:guideLst>
        <p:guide orient="horz" pos="2160"/>
        <p:guide pos="2880"/>
      </p:guideLst>
    </p:cSldViewPr>
  </p:slideViewPr>
  <p:outlineViewPr>
    <p:cViewPr>
      <p:scale>
        <a:sx n="33" d="100"/>
        <a:sy n="33" d="100"/>
      </p:scale>
      <p:origin x="0" y="0"/>
    </p:cViewPr>
    <p:sldLst>
      <p:sld r:id="rId1" collapse="1"/>
    </p:sldLst>
  </p:outlineViewPr>
  <p:notesTextViewPr>
    <p:cViewPr>
      <p:scale>
        <a:sx n="90" d="100"/>
        <a:sy n="90" d="100"/>
      </p:scale>
      <p:origin x="0" y="0"/>
    </p:cViewPr>
  </p:notesTextViewPr>
  <p:sorterViewPr>
    <p:cViewPr varScale="1">
      <p:scale>
        <a:sx n="100" d="100"/>
        <a:sy n="100" d="100"/>
      </p:scale>
      <p:origin x="0" y="13512"/>
    </p:cViewPr>
  </p:sorterViewPr>
  <p:notesViewPr>
    <p:cSldViewPr snapToGrid="0">
      <p:cViewPr>
        <p:scale>
          <a:sx n="75" d="100"/>
          <a:sy n="75" d="100"/>
        </p:scale>
        <p:origin x="-1404" y="-7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_rels/viewProps.xml.rels><?xml version="1.0" encoding="UTF-8" standalone="yes"?>
<Relationships xmlns="http://schemas.openxmlformats.org/package/2006/relationships"><Relationship Id="rId1" Type="http://schemas.openxmlformats.org/officeDocument/2006/relationships/slide" Target="slides/slide2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atin typeface="Times" charset="0"/>
              </a:defRPr>
            </a:lvl1pPr>
          </a:lstStyle>
          <a:p>
            <a:pPr>
              <a:defRPr/>
            </a:pPr>
            <a:endParaRPr lang="en-GB"/>
          </a:p>
        </p:txBody>
      </p:sp>
      <p:sp>
        <p:nvSpPr>
          <p:cNvPr id="14339"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atin typeface="Times" charset="0"/>
              </a:defRPr>
            </a:lvl1pPr>
          </a:lstStyle>
          <a:p>
            <a:pPr>
              <a:defRPr/>
            </a:pPr>
            <a:endParaRPr lang="en-GB"/>
          </a:p>
        </p:txBody>
      </p:sp>
      <p:sp>
        <p:nvSpPr>
          <p:cNvPr id="14340"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atin typeface="Times" charset="0"/>
              </a:defRPr>
            </a:lvl1pPr>
          </a:lstStyle>
          <a:p>
            <a:pPr>
              <a:defRPr/>
            </a:pPr>
            <a:endParaRPr lang="en-GB"/>
          </a:p>
        </p:txBody>
      </p:sp>
      <p:sp>
        <p:nvSpPr>
          <p:cNvPr id="14341"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atin typeface="Times" charset="0"/>
              </a:defRPr>
            </a:lvl1pPr>
          </a:lstStyle>
          <a:p>
            <a:pPr>
              <a:defRPr/>
            </a:pPr>
            <a:fld id="{881A3479-FCFA-490A-893E-979A86D2A3E9}" type="slidenum">
              <a:rPr lang="en-GB"/>
              <a:pPr>
                <a:defRPr/>
              </a:pPr>
              <a:t>‹#›</a:t>
            </a:fld>
            <a:endParaRPr lang="en-GB"/>
          </a:p>
        </p:txBody>
      </p:sp>
    </p:spTree>
    <p:extLst>
      <p:ext uri="{BB962C8B-B14F-4D97-AF65-F5344CB8AC3E}">
        <p14:creationId xmlns:p14="http://schemas.microsoft.com/office/powerpoint/2010/main" val="25722824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atin typeface="Times" charset="0"/>
              </a:defRPr>
            </a:lvl1pPr>
          </a:lstStyle>
          <a:p>
            <a:pPr>
              <a:defRPr/>
            </a:pPr>
            <a:endParaRPr lang="en-GB"/>
          </a:p>
        </p:txBody>
      </p:sp>
      <p:sp>
        <p:nvSpPr>
          <p:cNvPr id="19459"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atin typeface="Times" charset="0"/>
              </a:defRPr>
            </a:lvl1pPr>
          </a:lstStyle>
          <a:p>
            <a:pPr>
              <a:defRPr/>
            </a:pPr>
            <a:endParaRPr lang="en-GB"/>
          </a:p>
        </p:txBody>
      </p:sp>
      <p:sp>
        <p:nvSpPr>
          <p:cNvPr id="624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61"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19462"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atin typeface="Times" charset="0"/>
              </a:defRPr>
            </a:lvl1pPr>
          </a:lstStyle>
          <a:p>
            <a:pPr>
              <a:defRPr/>
            </a:pPr>
            <a:endParaRPr lang="en-GB"/>
          </a:p>
        </p:txBody>
      </p:sp>
      <p:sp>
        <p:nvSpPr>
          <p:cNvPr id="19463"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atin typeface="Times" charset="0"/>
              </a:defRPr>
            </a:lvl1pPr>
          </a:lstStyle>
          <a:p>
            <a:pPr>
              <a:defRPr/>
            </a:pPr>
            <a:fld id="{B43CB94C-3CDE-484C-8648-813781B57553}" type="slidenum">
              <a:rPr lang="en-GB"/>
              <a:pPr>
                <a:defRPr/>
              </a:pPr>
              <a:t>‹#›</a:t>
            </a:fld>
            <a:endParaRPr lang="en-GB"/>
          </a:p>
        </p:txBody>
      </p:sp>
    </p:spTree>
    <p:extLst>
      <p:ext uri="{BB962C8B-B14F-4D97-AF65-F5344CB8AC3E}">
        <p14:creationId xmlns:p14="http://schemas.microsoft.com/office/powerpoint/2010/main" val="344473722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charset="0"/>
        <a:ea typeface="+mn-ea"/>
        <a:cs typeface="+mn-cs"/>
      </a:defRPr>
    </a:lvl1pPr>
    <a:lvl2pPr marL="457200" algn="l" rtl="0" eaLnBrk="0" fontAlgn="base" hangingPunct="0">
      <a:spcBef>
        <a:spcPct val="30000"/>
      </a:spcBef>
      <a:spcAft>
        <a:spcPct val="0"/>
      </a:spcAft>
      <a:defRPr sz="1200" kern="1200">
        <a:solidFill>
          <a:schemeClr val="tx1"/>
        </a:solidFill>
        <a:latin typeface="Times" charset="0"/>
        <a:ea typeface="+mn-ea"/>
        <a:cs typeface="+mn-cs"/>
      </a:defRPr>
    </a:lvl2pPr>
    <a:lvl3pPr marL="914400" algn="l" rtl="0" eaLnBrk="0" fontAlgn="base" hangingPunct="0">
      <a:spcBef>
        <a:spcPct val="30000"/>
      </a:spcBef>
      <a:spcAft>
        <a:spcPct val="0"/>
      </a:spcAft>
      <a:defRPr sz="1200" kern="1200">
        <a:solidFill>
          <a:schemeClr val="tx1"/>
        </a:solidFill>
        <a:latin typeface="Times" charset="0"/>
        <a:ea typeface="+mn-ea"/>
        <a:cs typeface="+mn-cs"/>
      </a:defRPr>
    </a:lvl3pPr>
    <a:lvl4pPr marL="1371600" algn="l" rtl="0" eaLnBrk="0" fontAlgn="base" hangingPunct="0">
      <a:spcBef>
        <a:spcPct val="30000"/>
      </a:spcBef>
      <a:spcAft>
        <a:spcPct val="0"/>
      </a:spcAft>
      <a:defRPr sz="1200" kern="1200">
        <a:solidFill>
          <a:schemeClr val="tx1"/>
        </a:solidFill>
        <a:latin typeface="Times" charset="0"/>
        <a:ea typeface="+mn-ea"/>
        <a:cs typeface="+mn-cs"/>
      </a:defRPr>
    </a:lvl4pPr>
    <a:lvl5pPr marL="1828800" algn="l" rtl="0" eaLnBrk="0" fontAlgn="base" hangingPunct="0">
      <a:spcBef>
        <a:spcPct val="30000"/>
      </a:spcBef>
      <a:spcAft>
        <a:spcPct val="0"/>
      </a:spcAft>
      <a:defRPr sz="1200" kern="1200">
        <a:solidFill>
          <a:schemeClr val="tx1"/>
        </a:solidFill>
        <a:latin typeface="Times"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youtube.com/watch?v=ps6HweFb5LI" TargetMode="External"/><Relationship Id="rId2" Type="http://schemas.openxmlformats.org/officeDocument/2006/relationships/slide" Target="../slides/slide1.xml"/><Relationship Id="rId1" Type="http://schemas.openxmlformats.org/officeDocument/2006/relationships/notesMaster" Target="../notesMasters/notesMaster1.xml"/><Relationship Id="rId4" Type="http://schemas.openxmlformats.org/officeDocument/2006/relationships/hyperlink" Target="https://www.youtube.com/watch?v=8pHzROP1D-w"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www.brint.org/managementfirst.html" TargetMode="External"/><Relationship Id="rId2" Type="http://schemas.openxmlformats.org/officeDocument/2006/relationships/slide" Target="../slides/slide6.xml"/><Relationship Id="rId1" Type="http://schemas.openxmlformats.org/officeDocument/2006/relationships/notesMaster" Target="../notesMasters/notesMaster1.xml"/><Relationship Id="rId5" Type="http://schemas.openxmlformats.org/officeDocument/2006/relationships/hyperlink" Target="http://www.kmnetwork.com/RealTime.htm" TargetMode="External"/><Relationship Id="rId4" Type="http://schemas.openxmlformats.org/officeDocument/2006/relationships/hyperlink" Target="http://www.cio.com/archive/enterprise/091599_ic.html?printversion=yes" TargetMode="Externa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www.brint.org/managementfirst.html" TargetMode="External"/><Relationship Id="rId2" Type="http://schemas.openxmlformats.org/officeDocument/2006/relationships/slide" Target="../slides/slide7.xml"/><Relationship Id="rId1" Type="http://schemas.openxmlformats.org/officeDocument/2006/relationships/notesMaster" Target="../notesMasters/notesMaster1.xml"/><Relationship Id="rId5" Type="http://schemas.openxmlformats.org/officeDocument/2006/relationships/hyperlink" Target="http://www.kmnetwork.com/RealTime.htm" TargetMode="External"/><Relationship Id="rId4" Type="http://schemas.openxmlformats.org/officeDocument/2006/relationships/hyperlink" Target="http://www.cio.com/archive/enterprise/091599_ic.html?printversion=yes"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pitchFamily="12" charset="0"/>
              </a:defRPr>
            </a:lvl1pPr>
            <a:lvl2pPr marL="742950" indent="-285750" eaLnBrk="0" hangingPunct="0">
              <a:spcBef>
                <a:spcPct val="30000"/>
              </a:spcBef>
              <a:defRPr sz="1200">
                <a:solidFill>
                  <a:schemeClr val="tx1"/>
                </a:solidFill>
                <a:latin typeface="Times" pitchFamily="12" charset="0"/>
              </a:defRPr>
            </a:lvl2pPr>
            <a:lvl3pPr marL="1143000" indent="-228600" eaLnBrk="0" hangingPunct="0">
              <a:spcBef>
                <a:spcPct val="30000"/>
              </a:spcBef>
              <a:defRPr sz="1200">
                <a:solidFill>
                  <a:schemeClr val="tx1"/>
                </a:solidFill>
                <a:latin typeface="Times" pitchFamily="12" charset="0"/>
              </a:defRPr>
            </a:lvl3pPr>
            <a:lvl4pPr marL="1600200" indent="-228600" eaLnBrk="0" hangingPunct="0">
              <a:spcBef>
                <a:spcPct val="30000"/>
              </a:spcBef>
              <a:defRPr sz="1200">
                <a:solidFill>
                  <a:schemeClr val="tx1"/>
                </a:solidFill>
                <a:latin typeface="Times" pitchFamily="12" charset="0"/>
              </a:defRPr>
            </a:lvl4pPr>
            <a:lvl5pPr marL="2057400" indent="-228600" eaLnBrk="0" hangingPunct="0">
              <a:spcBef>
                <a:spcPct val="30000"/>
              </a:spcBef>
              <a:defRPr sz="1200">
                <a:solidFill>
                  <a:schemeClr val="tx1"/>
                </a:solidFill>
                <a:latin typeface="Times" pitchFamily="12" charset="0"/>
              </a:defRPr>
            </a:lvl5pPr>
            <a:lvl6pPr marL="2514600" indent="-228600" eaLnBrk="0" fontAlgn="base" hangingPunct="0">
              <a:spcBef>
                <a:spcPct val="30000"/>
              </a:spcBef>
              <a:spcAft>
                <a:spcPct val="0"/>
              </a:spcAft>
              <a:defRPr sz="1200">
                <a:solidFill>
                  <a:schemeClr val="tx1"/>
                </a:solidFill>
                <a:latin typeface="Times" pitchFamily="12" charset="0"/>
              </a:defRPr>
            </a:lvl6pPr>
            <a:lvl7pPr marL="2971800" indent="-228600" eaLnBrk="0" fontAlgn="base" hangingPunct="0">
              <a:spcBef>
                <a:spcPct val="30000"/>
              </a:spcBef>
              <a:spcAft>
                <a:spcPct val="0"/>
              </a:spcAft>
              <a:defRPr sz="1200">
                <a:solidFill>
                  <a:schemeClr val="tx1"/>
                </a:solidFill>
                <a:latin typeface="Times" pitchFamily="12" charset="0"/>
              </a:defRPr>
            </a:lvl7pPr>
            <a:lvl8pPr marL="3429000" indent="-228600" eaLnBrk="0" fontAlgn="base" hangingPunct="0">
              <a:spcBef>
                <a:spcPct val="30000"/>
              </a:spcBef>
              <a:spcAft>
                <a:spcPct val="0"/>
              </a:spcAft>
              <a:defRPr sz="1200">
                <a:solidFill>
                  <a:schemeClr val="tx1"/>
                </a:solidFill>
                <a:latin typeface="Times" pitchFamily="12" charset="0"/>
              </a:defRPr>
            </a:lvl8pPr>
            <a:lvl9pPr marL="3886200" indent="-228600" eaLnBrk="0" fontAlgn="base" hangingPunct="0">
              <a:spcBef>
                <a:spcPct val="30000"/>
              </a:spcBef>
              <a:spcAft>
                <a:spcPct val="0"/>
              </a:spcAft>
              <a:defRPr sz="1200">
                <a:solidFill>
                  <a:schemeClr val="tx1"/>
                </a:solidFill>
                <a:latin typeface="Times" pitchFamily="12" charset="0"/>
              </a:defRPr>
            </a:lvl9pPr>
          </a:lstStyle>
          <a:p>
            <a:pPr>
              <a:spcBef>
                <a:spcPct val="0"/>
              </a:spcBef>
            </a:pPr>
            <a:fld id="{DE8EFBC8-92A4-4DAF-9850-E9579B661FE9}" type="slidenum">
              <a:rPr lang="en-GB" altLang="en-US" smtClean="0"/>
              <a:pPr>
                <a:spcBef>
                  <a:spcPct val="0"/>
                </a:spcBef>
              </a:pPr>
              <a:t>1</a:t>
            </a:fld>
            <a:endParaRPr lang="en-GB" altLang="en-US" dirty="0"/>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dirty="0">
                <a:hlinkClick r:id="rId3"/>
              </a:rPr>
              <a:t>https://www.youtube.com/watch?v=ps6HweFb5LI</a:t>
            </a:r>
            <a:r>
              <a:rPr lang="en-GB" dirty="0"/>
              <a:t> big data</a:t>
            </a:r>
          </a:p>
          <a:p>
            <a:pPr eaLnBrk="1" hangingPunct="1"/>
            <a:r>
              <a:rPr lang="en-GB" dirty="0">
                <a:hlinkClick r:id="rId4"/>
              </a:rPr>
              <a:t>https://www.youtube.com/watch?v=8pHzROP1D-w</a:t>
            </a:r>
            <a:r>
              <a:rPr lang="en-GB" dirty="0"/>
              <a:t> min 7.29 big data</a:t>
            </a:r>
            <a:endParaRPr lang="en-GB" altLang="en-US" dirty="0">
              <a:latin typeface="Times" pitchFamily="12" charset="0"/>
            </a:endParaRPr>
          </a:p>
          <a:p>
            <a:pPr eaLnBrk="1" hangingPunct="1"/>
            <a:r>
              <a:rPr lang="en-GB" altLang="en-US" dirty="0">
                <a:latin typeface="Times" pitchFamily="12" charset="0"/>
              </a:rPr>
              <a:t>https://www.youtube.com/watch?v=mhe5kX10CR4</a:t>
            </a:r>
          </a:p>
          <a:p>
            <a:pPr eaLnBrk="1" hangingPunct="1"/>
            <a:r>
              <a:rPr lang="en-GB" altLang="en-US" dirty="0">
                <a:latin typeface="Times" pitchFamily="12" charset="0"/>
              </a:rPr>
              <a:t>https://www.youtube.com/watch?v=TzxmjbL-i4Y</a:t>
            </a:r>
          </a:p>
          <a:p>
            <a:pPr eaLnBrk="1" hangingPunct="1"/>
            <a:r>
              <a:rPr lang="en-GB" altLang="en-US" dirty="0">
                <a:latin typeface="Times" pitchFamily="12" charset="0"/>
              </a:rPr>
              <a:t>https://www.youtube.com/watch?v=QSIPNhOiMoE IOT </a:t>
            </a:r>
          </a:p>
        </p:txBody>
      </p:sp>
    </p:spTree>
    <p:extLst>
      <p:ext uri="{BB962C8B-B14F-4D97-AF65-F5344CB8AC3E}">
        <p14:creationId xmlns:p14="http://schemas.microsoft.com/office/powerpoint/2010/main" val="12739144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pitchFamily="12" charset="0"/>
              </a:defRPr>
            </a:lvl1pPr>
            <a:lvl2pPr marL="742950" indent="-285750" eaLnBrk="0" hangingPunct="0">
              <a:spcBef>
                <a:spcPct val="30000"/>
              </a:spcBef>
              <a:defRPr sz="1200">
                <a:solidFill>
                  <a:schemeClr val="tx1"/>
                </a:solidFill>
                <a:latin typeface="Times" pitchFamily="12" charset="0"/>
              </a:defRPr>
            </a:lvl2pPr>
            <a:lvl3pPr marL="1143000" indent="-228600" eaLnBrk="0" hangingPunct="0">
              <a:spcBef>
                <a:spcPct val="30000"/>
              </a:spcBef>
              <a:defRPr sz="1200">
                <a:solidFill>
                  <a:schemeClr val="tx1"/>
                </a:solidFill>
                <a:latin typeface="Times" pitchFamily="12" charset="0"/>
              </a:defRPr>
            </a:lvl3pPr>
            <a:lvl4pPr marL="1600200" indent="-228600" eaLnBrk="0" hangingPunct="0">
              <a:spcBef>
                <a:spcPct val="30000"/>
              </a:spcBef>
              <a:defRPr sz="1200">
                <a:solidFill>
                  <a:schemeClr val="tx1"/>
                </a:solidFill>
                <a:latin typeface="Times" pitchFamily="12" charset="0"/>
              </a:defRPr>
            </a:lvl4pPr>
            <a:lvl5pPr marL="2057400" indent="-228600" eaLnBrk="0" hangingPunct="0">
              <a:spcBef>
                <a:spcPct val="30000"/>
              </a:spcBef>
              <a:defRPr sz="1200">
                <a:solidFill>
                  <a:schemeClr val="tx1"/>
                </a:solidFill>
                <a:latin typeface="Times" pitchFamily="12" charset="0"/>
              </a:defRPr>
            </a:lvl5pPr>
            <a:lvl6pPr marL="2514600" indent="-228600" eaLnBrk="0" fontAlgn="base" hangingPunct="0">
              <a:spcBef>
                <a:spcPct val="30000"/>
              </a:spcBef>
              <a:spcAft>
                <a:spcPct val="0"/>
              </a:spcAft>
              <a:defRPr sz="1200">
                <a:solidFill>
                  <a:schemeClr val="tx1"/>
                </a:solidFill>
                <a:latin typeface="Times" pitchFamily="12" charset="0"/>
              </a:defRPr>
            </a:lvl6pPr>
            <a:lvl7pPr marL="2971800" indent="-228600" eaLnBrk="0" fontAlgn="base" hangingPunct="0">
              <a:spcBef>
                <a:spcPct val="30000"/>
              </a:spcBef>
              <a:spcAft>
                <a:spcPct val="0"/>
              </a:spcAft>
              <a:defRPr sz="1200">
                <a:solidFill>
                  <a:schemeClr val="tx1"/>
                </a:solidFill>
                <a:latin typeface="Times" pitchFamily="12" charset="0"/>
              </a:defRPr>
            </a:lvl7pPr>
            <a:lvl8pPr marL="3429000" indent="-228600" eaLnBrk="0" fontAlgn="base" hangingPunct="0">
              <a:spcBef>
                <a:spcPct val="30000"/>
              </a:spcBef>
              <a:spcAft>
                <a:spcPct val="0"/>
              </a:spcAft>
              <a:defRPr sz="1200">
                <a:solidFill>
                  <a:schemeClr val="tx1"/>
                </a:solidFill>
                <a:latin typeface="Times" pitchFamily="12" charset="0"/>
              </a:defRPr>
            </a:lvl8pPr>
            <a:lvl9pPr marL="3886200" indent="-228600" eaLnBrk="0" fontAlgn="base" hangingPunct="0">
              <a:spcBef>
                <a:spcPct val="30000"/>
              </a:spcBef>
              <a:spcAft>
                <a:spcPct val="0"/>
              </a:spcAft>
              <a:defRPr sz="1200">
                <a:solidFill>
                  <a:schemeClr val="tx1"/>
                </a:solidFill>
                <a:latin typeface="Times" pitchFamily="12" charset="0"/>
              </a:defRPr>
            </a:lvl9pPr>
          </a:lstStyle>
          <a:p>
            <a:pPr>
              <a:spcBef>
                <a:spcPct val="0"/>
              </a:spcBef>
            </a:pPr>
            <a:fld id="{352DAC0C-AAFD-4305-9478-42520DBECF1B}" type="slidenum">
              <a:rPr lang="en-GB" altLang="en-US" smtClean="0"/>
              <a:pPr>
                <a:spcBef>
                  <a:spcPct val="0"/>
                </a:spcBef>
              </a:pPr>
              <a:t>5</a:t>
            </a:fld>
            <a:endParaRPr lang="en-GB" altLang="en-US"/>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Times" pitchFamily="12" charset="0"/>
            </a:endParaRPr>
          </a:p>
        </p:txBody>
      </p:sp>
    </p:spTree>
    <p:extLst>
      <p:ext uri="{BB962C8B-B14F-4D97-AF65-F5344CB8AC3E}">
        <p14:creationId xmlns:p14="http://schemas.microsoft.com/office/powerpoint/2010/main" val="8811478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pitchFamily="12" charset="0"/>
              </a:defRPr>
            </a:lvl1pPr>
            <a:lvl2pPr marL="742950" indent="-285750" eaLnBrk="0" hangingPunct="0">
              <a:spcBef>
                <a:spcPct val="30000"/>
              </a:spcBef>
              <a:defRPr sz="1200">
                <a:solidFill>
                  <a:schemeClr val="tx1"/>
                </a:solidFill>
                <a:latin typeface="Times" pitchFamily="12" charset="0"/>
              </a:defRPr>
            </a:lvl2pPr>
            <a:lvl3pPr marL="1143000" indent="-228600" eaLnBrk="0" hangingPunct="0">
              <a:spcBef>
                <a:spcPct val="30000"/>
              </a:spcBef>
              <a:defRPr sz="1200">
                <a:solidFill>
                  <a:schemeClr val="tx1"/>
                </a:solidFill>
                <a:latin typeface="Times" pitchFamily="12" charset="0"/>
              </a:defRPr>
            </a:lvl3pPr>
            <a:lvl4pPr marL="1600200" indent="-228600" eaLnBrk="0" hangingPunct="0">
              <a:spcBef>
                <a:spcPct val="30000"/>
              </a:spcBef>
              <a:defRPr sz="1200">
                <a:solidFill>
                  <a:schemeClr val="tx1"/>
                </a:solidFill>
                <a:latin typeface="Times" pitchFamily="12" charset="0"/>
              </a:defRPr>
            </a:lvl4pPr>
            <a:lvl5pPr marL="2057400" indent="-228600" eaLnBrk="0" hangingPunct="0">
              <a:spcBef>
                <a:spcPct val="30000"/>
              </a:spcBef>
              <a:defRPr sz="1200">
                <a:solidFill>
                  <a:schemeClr val="tx1"/>
                </a:solidFill>
                <a:latin typeface="Times" pitchFamily="12" charset="0"/>
              </a:defRPr>
            </a:lvl5pPr>
            <a:lvl6pPr marL="2514600" indent="-228600" eaLnBrk="0" fontAlgn="base" hangingPunct="0">
              <a:spcBef>
                <a:spcPct val="30000"/>
              </a:spcBef>
              <a:spcAft>
                <a:spcPct val="0"/>
              </a:spcAft>
              <a:defRPr sz="1200">
                <a:solidFill>
                  <a:schemeClr val="tx1"/>
                </a:solidFill>
                <a:latin typeface="Times" pitchFamily="12" charset="0"/>
              </a:defRPr>
            </a:lvl6pPr>
            <a:lvl7pPr marL="2971800" indent="-228600" eaLnBrk="0" fontAlgn="base" hangingPunct="0">
              <a:spcBef>
                <a:spcPct val="30000"/>
              </a:spcBef>
              <a:spcAft>
                <a:spcPct val="0"/>
              </a:spcAft>
              <a:defRPr sz="1200">
                <a:solidFill>
                  <a:schemeClr val="tx1"/>
                </a:solidFill>
                <a:latin typeface="Times" pitchFamily="12" charset="0"/>
              </a:defRPr>
            </a:lvl7pPr>
            <a:lvl8pPr marL="3429000" indent="-228600" eaLnBrk="0" fontAlgn="base" hangingPunct="0">
              <a:spcBef>
                <a:spcPct val="30000"/>
              </a:spcBef>
              <a:spcAft>
                <a:spcPct val="0"/>
              </a:spcAft>
              <a:defRPr sz="1200">
                <a:solidFill>
                  <a:schemeClr val="tx1"/>
                </a:solidFill>
                <a:latin typeface="Times" pitchFamily="12" charset="0"/>
              </a:defRPr>
            </a:lvl8pPr>
            <a:lvl9pPr marL="3886200" indent="-228600" eaLnBrk="0" fontAlgn="base" hangingPunct="0">
              <a:spcBef>
                <a:spcPct val="30000"/>
              </a:spcBef>
              <a:spcAft>
                <a:spcPct val="0"/>
              </a:spcAft>
              <a:defRPr sz="1200">
                <a:solidFill>
                  <a:schemeClr val="tx1"/>
                </a:solidFill>
                <a:latin typeface="Times" pitchFamily="12" charset="0"/>
              </a:defRPr>
            </a:lvl9pPr>
          </a:lstStyle>
          <a:p>
            <a:pPr>
              <a:spcBef>
                <a:spcPct val="0"/>
              </a:spcBef>
            </a:pPr>
            <a:fld id="{872024D3-D268-4FBC-A1C7-19329851C26E}" type="slidenum">
              <a:rPr lang="en-GB" altLang="en-US" smtClean="0"/>
              <a:pPr>
                <a:spcBef>
                  <a:spcPct val="0"/>
                </a:spcBef>
              </a:pPr>
              <a:t>6</a:t>
            </a:fld>
            <a:endParaRPr lang="en-GB" altLang="en-US"/>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z="1000" b="1">
                <a:latin typeface="Times" pitchFamily="12" charset="0"/>
              </a:rPr>
              <a:t>What is Knowledge Management?</a:t>
            </a:r>
            <a:br>
              <a:rPr lang="en-US" altLang="en-US" sz="1000">
                <a:latin typeface="Times" pitchFamily="12" charset="0"/>
              </a:rPr>
            </a:br>
            <a:r>
              <a:rPr lang="en-US" altLang="en-US" sz="1000">
                <a:latin typeface="Times" pitchFamily="12" charset="0"/>
              </a:rPr>
              <a:t>"</a:t>
            </a:r>
            <a:r>
              <a:rPr lang="en-US" altLang="en-US" sz="1000" b="1">
                <a:latin typeface="Times" pitchFamily="12" charset="0"/>
              </a:rPr>
              <a:t>Knowledge Management</a:t>
            </a:r>
            <a:r>
              <a:rPr lang="en-US" altLang="en-US" sz="1000">
                <a:latin typeface="Times" pitchFamily="12" charset="0"/>
              </a:rPr>
              <a:t> caters to the critical issues of organizational adaptation, survival, and competence in face of increasingly discontinuous environmental change.... Essentially, it embodies organizational processes that seek synergistic combination of data and information processing capacity of information technologies, and the creative and innovative capacity of human beings." </a:t>
            </a:r>
            <a:r>
              <a:rPr lang="en-US" altLang="en-US" sz="1000">
                <a:latin typeface="Times" pitchFamily="12" charset="0"/>
                <a:hlinkClick r:id="rId3"/>
              </a:rPr>
              <a:t>more...</a:t>
            </a:r>
            <a:r>
              <a:rPr lang="en-US" altLang="en-US" sz="1000">
                <a:latin typeface="Times" pitchFamily="12" charset="0"/>
              </a:rPr>
              <a:t> </a:t>
            </a:r>
          </a:p>
          <a:p>
            <a:pPr eaLnBrk="1" hangingPunct="1"/>
            <a:r>
              <a:rPr lang="en-US" altLang="en-US" sz="1000">
                <a:latin typeface="Times" pitchFamily="12" charset="0"/>
              </a:rPr>
              <a:t>Clearly the goal of knowledge management is sustained individual and business performance through ongoing learning, unlearning, and adaptation. Technologies of computing have inherent limitations. They have difficulty in generating meaningful insights from data as they can’t question or re-interpret their programmed logic and assumptions. Given inherent limitations of the technologies of computing, human users of such 'systems' have at least an equally important role in knowledge management. </a:t>
            </a:r>
            <a:r>
              <a:rPr lang="en-US" altLang="en-US" sz="1000">
                <a:latin typeface="Times" pitchFamily="12" charset="0"/>
                <a:hlinkClick r:id="rId4"/>
              </a:rPr>
              <a:t>more...</a:t>
            </a:r>
            <a:r>
              <a:rPr lang="en-US" altLang="en-US" sz="1000">
                <a:latin typeface="Times" pitchFamily="12" charset="0"/>
              </a:rPr>
              <a:t> </a:t>
            </a:r>
          </a:p>
          <a:p>
            <a:pPr eaLnBrk="1" hangingPunct="1"/>
            <a:r>
              <a:rPr lang="en-US" altLang="en-US" sz="1000">
                <a:latin typeface="Times" pitchFamily="12" charset="0"/>
              </a:rPr>
              <a:t>Lessons learned from the world's greatest organizations show that even simple technologies can generate great performance when empowered by smart minds of motivated and committed humans. Conversely, 'intelligent' technologies may produce dumb results if those smarts are missing as evident from the cases of companies once considered great in the past era. Importantly, unless data and information are translated into 'meaningful' decisions and actions for sustained performance, there is no point of the whole exercise... whether you call it knowledge management, wisdom management, creativity management, or something else! </a:t>
            </a:r>
            <a:r>
              <a:rPr lang="en-US" altLang="en-US" sz="1000">
                <a:latin typeface="Times" pitchFamily="12" charset="0"/>
                <a:hlinkClick r:id="rId5"/>
              </a:rPr>
              <a:t>more...</a:t>
            </a:r>
            <a:r>
              <a:rPr lang="en-US" altLang="en-US" sz="1000">
                <a:latin typeface="Times" pitchFamily="12" charset="0"/>
              </a:rPr>
              <a:t> </a:t>
            </a:r>
          </a:p>
          <a:p>
            <a:pPr eaLnBrk="1" hangingPunct="1"/>
            <a:r>
              <a:rPr lang="en-US" altLang="en-US" sz="1000">
                <a:latin typeface="Times" pitchFamily="12" charset="0"/>
              </a:rPr>
              <a:t>Our following summary interpretations of the above 'working definition' of Knowledge Management are also popular among corporate strategists and military, airforce, and navy commanders. KM is: 'Knowing what you know and profit from it' and 'Making obsolete what you know before others obsolete it  Source:http://www.brint.com/km/</a:t>
            </a:r>
          </a:p>
        </p:txBody>
      </p:sp>
    </p:spTree>
    <p:extLst>
      <p:ext uri="{BB962C8B-B14F-4D97-AF65-F5344CB8AC3E}">
        <p14:creationId xmlns:p14="http://schemas.microsoft.com/office/powerpoint/2010/main" val="29364234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pitchFamily="12" charset="0"/>
              </a:defRPr>
            </a:lvl1pPr>
            <a:lvl2pPr marL="742950" indent="-285750" eaLnBrk="0" hangingPunct="0">
              <a:spcBef>
                <a:spcPct val="30000"/>
              </a:spcBef>
              <a:defRPr sz="1200">
                <a:solidFill>
                  <a:schemeClr val="tx1"/>
                </a:solidFill>
                <a:latin typeface="Times" pitchFamily="12" charset="0"/>
              </a:defRPr>
            </a:lvl2pPr>
            <a:lvl3pPr marL="1143000" indent="-228600" eaLnBrk="0" hangingPunct="0">
              <a:spcBef>
                <a:spcPct val="30000"/>
              </a:spcBef>
              <a:defRPr sz="1200">
                <a:solidFill>
                  <a:schemeClr val="tx1"/>
                </a:solidFill>
                <a:latin typeface="Times" pitchFamily="12" charset="0"/>
              </a:defRPr>
            </a:lvl3pPr>
            <a:lvl4pPr marL="1600200" indent="-228600" eaLnBrk="0" hangingPunct="0">
              <a:spcBef>
                <a:spcPct val="30000"/>
              </a:spcBef>
              <a:defRPr sz="1200">
                <a:solidFill>
                  <a:schemeClr val="tx1"/>
                </a:solidFill>
                <a:latin typeface="Times" pitchFamily="12" charset="0"/>
              </a:defRPr>
            </a:lvl4pPr>
            <a:lvl5pPr marL="2057400" indent="-228600" eaLnBrk="0" hangingPunct="0">
              <a:spcBef>
                <a:spcPct val="30000"/>
              </a:spcBef>
              <a:defRPr sz="1200">
                <a:solidFill>
                  <a:schemeClr val="tx1"/>
                </a:solidFill>
                <a:latin typeface="Times" pitchFamily="12" charset="0"/>
              </a:defRPr>
            </a:lvl5pPr>
            <a:lvl6pPr marL="2514600" indent="-228600" eaLnBrk="0" fontAlgn="base" hangingPunct="0">
              <a:spcBef>
                <a:spcPct val="30000"/>
              </a:spcBef>
              <a:spcAft>
                <a:spcPct val="0"/>
              </a:spcAft>
              <a:defRPr sz="1200">
                <a:solidFill>
                  <a:schemeClr val="tx1"/>
                </a:solidFill>
                <a:latin typeface="Times" pitchFamily="12" charset="0"/>
              </a:defRPr>
            </a:lvl6pPr>
            <a:lvl7pPr marL="2971800" indent="-228600" eaLnBrk="0" fontAlgn="base" hangingPunct="0">
              <a:spcBef>
                <a:spcPct val="30000"/>
              </a:spcBef>
              <a:spcAft>
                <a:spcPct val="0"/>
              </a:spcAft>
              <a:defRPr sz="1200">
                <a:solidFill>
                  <a:schemeClr val="tx1"/>
                </a:solidFill>
                <a:latin typeface="Times" pitchFamily="12" charset="0"/>
              </a:defRPr>
            </a:lvl7pPr>
            <a:lvl8pPr marL="3429000" indent="-228600" eaLnBrk="0" fontAlgn="base" hangingPunct="0">
              <a:spcBef>
                <a:spcPct val="30000"/>
              </a:spcBef>
              <a:spcAft>
                <a:spcPct val="0"/>
              </a:spcAft>
              <a:defRPr sz="1200">
                <a:solidFill>
                  <a:schemeClr val="tx1"/>
                </a:solidFill>
                <a:latin typeface="Times" pitchFamily="12" charset="0"/>
              </a:defRPr>
            </a:lvl8pPr>
            <a:lvl9pPr marL="3886200" indent="-228600" eaLnBrk="0" fontAlgn="base" hangingPunct="0">
              <a:spcBef>
                <a:spcPct val="30000"/>
              </a:spcBef>
              <a:spcAft>
                <a:spcPct val="0"/>
              </a:spcAft>
              <a:defRPr sz="1200">
                <a:solidFill>
                  <a:schemeClr val="tx1"/>
                </a:solidFill>
                <a:latin typeface="Times" pitchFamily="12" charset="0"/>
              </a:defRPr>
            </a:lvl9pPr>
          </a:lstStyle>
          <a:p>
            <a:pPr>
              <a:spcBef>
                <a:spcPct val="0"/>
              </a:spcBef>
            </a:pPr>
            <a:fld id="{1A875FBD-4654-48C0-AB3F-ED085F522CB8}" type="slidenum">
              <a:rPr lang="en-GB" altLang="en-US" smtClean="0"/>
              <a:pPr>
                <a:spcBef>
                  <a:spcPct val="0"/>
                </a:spcBef>
              </a:pPr>
              <a:t>7</a:t>
            </a:fld>
            <a:endParaRPr lang="en-GB" altLang="en-US"/>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z="1000" b="1">
                <a:latin typeface="Times" pitchFamily="12" charset="0"/>
              </a:rPr>
              <a:t>What is Knowledge Management?</a:t>
            </a:r>
            <a:br>
              <a:rPr lang="en-US" altLang="en-US" sz="1000">
                <a:latin typeface="Times" pitchFamily="12" charset="0"/>
              </a:rPr>
            </a:br>
            <a:r>
              <a:rPr lang="en-US" altLang="en-US" sz="1000">
                <a:latin typeface="Times" pitchFamily="12" charset="0"/>
              </a:rPr>
              <a:t>"</a:t>
            </a:r>
            <a:r>
              <a:rPr lang="en-US" altLang="en-US" sz="1000" b="1">
                <a:latin typeface="Times" pitchFamily="12" charset="0"/>
              </a:rPr>
              <a:t>Knowledge Management</a:t>
            </a:r>
            <a:r>
              <a:rPr lang="en-US" altLang="en-US" sz="1000">
                <a:latin typeface="Times" pitchFamily="12" charset="0"/>
              </a:rPr>
              <a:t> caters to the critical issues of organizational adaptation, survival, and competence in face of increasingly discontinuous environmental change.... Essentially, it embodies organizational processes that seek synergistic combination of data and information processing capacity of information technologies, and the creative and innovative capacity of human beings." </a:t>
            </a:r>
            <a:r>
              <a:rPr lang="en-US" altLang="en-US" sz="1000">
                <a:latin typeface="Times" pitchFamily="12" charset="0"/>
                <a:hlinkClick r:id="rId3"/>
              </a:rPr>
              <a:t>more...</a:t>
            </a:r>
            <a:r>
              <a:rPr lang="en-US" altLang="en-US" sz="1000">
                <a:latin typeface="Times" pitchFamily="12" charset="0"/>
              </a:rPr>
              <a:t> </a:t>
            </a:r>
          </a:p>
          <a:p>
            <a:pPr eaLnBrk="1" hangingPunct="1"/>
            <a:r>
              <a:rPr lang="en-US" altLang="en-US" sz="1000">
                <a:latin typeface="Times" pitchFamily="12" charset="0"/>
              </a:rPr>
              <a:t>Clearly the goal of knowledge management is sustained individual and business performance through ongoing learning, unlearning, and adaptation. Technologies of computing have inherent limitations. They have difficulty in generating meaningful insights from data as they can’t question or re-interpret their programmed logic and assumptions. Given inherent limitations of the technologies of computing, human users of such 'systems' have at least an equally important role in knowledge management. </a:t>
            </a:r>
            <a:r>
              <a:rPr lang="en-US" altLang="en-US" sz="1000">
                <a:latin typeface="Times" pitchFamily="12" charset="0"/>
                <a:hlinkClick r:id="rId4"/>
              </a:rPr>
              <a:t>more...</a:t>
            </a:r>
            <a:r>
              <a:rPr lang="en-US" altLang="en-US" sz="1000">
                <a:latin typeface="Times" pitchFamily="12" charset="0"/>
              </a:rPr>
              <a:t> </a:t>
            </a:r>
          </a:p>
          <a:p>
            <a:pPr eaLnBrk="1" hangingPunct="1"/>
            <a:r>
              <a:rPr lang="en-US" altLang="en-US" sz="1000">
                <a:latin typeface="Times" pitchFamily="12" charset="0"/>
              </a:rPr>
              <a:t>Lessons learned from the world's greatest organizations show that even simple technologies can generate great performance when empowered by smart minds of motivated and committed humans. Conversely, 'intelligent' technologies may produce dumb results if those smarts are missing as evident from the cases of companies once considered great in the past era. Importantly, unless data and information are translated into 'meaningful' decisions and actions for sustained performance, there is no point of the whole exercise... whether you call it knowledge management, wisdom management, creativity management, or something else! </a:t>
            </a:r>
            <a:r>
              <a:rPr lang="en-US" altLang="en-US" sz="1000">
                <a:latin typeface="Times" pitchFamily="12" charset="0"/>
                <a:hlinkClick r:id="rId5"/>
              </a:rPr>
              <a:t>more...</a:t>
            </a:r>
            <a:r>
              <a:rPr lang="en-US" altLang="en-US" sz="1000">
                <a:latin typeface="Times" pitchFamily="12" charset="0"/>
              </a:rPr>
              <a:t> </a:t>
            </a:r>
          </a:p>
          <a:p>
            <a:pPr eaLnBrk="1" hangingPunct="1"/>
            <a:r>
              <a:rPr lang="en-US" altLang="en-US" sz="1000">
                <a:latin typeface="Times" pitchFamily="12" charset="0"/>
              </a:rPr>
              <a:t>Our following summary interpretations of the above 'working definition' of Knowledge Management are also popular among corporate strategists and military, airforce, and navy commanders. KM is: 'Knowing what you know and profit from it' and 'Making obsolete what you know before others obsolete it  Source:http://www.brint.com/km/</a:t>
            </a:r>
          </a:p>
        </p:txBody>
      </p:sp>
    </p:spTree>
    <p:extLst>
      <p:ext uri="{BB962C8B-B14F-4D97-AF65-F5344CB8AC3E}">
        <p14:creationId xmlns:p14="http://schemas.microsoft.com/office/powerpoint/2010/main" val="34208423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spect="1" noChangeArrowheads="1" noTextEdit="1"/>
          </p:cNvSpPr>
          <p:nvPr>
            <p:ph type="sldImg"/>
          </p:nvPr>
        </p:nvSpPr>
        <p:spPr>
          <a:ln/>
        </p:spPr>
      </p:sp>
      <p:sp>
        <p:nvSpPr>
          <p:cNvPr id="6861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pitchFamily="12" charset="0"/>
            </a:endParaRPr>
          </a:p>
        </p:txBody>
      </p:sp>
    </p:spTree>
    <p:extLst>
      <p:ext uri="{BB962C8B-B14F-4D97-AF65-F5344CB8AC3E}">
        <p14:creationId xmlns:p14="http://schemas.microsoft.com/office/powerpoint/2010/main" val="33619365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pitchFamily="12" charset="0"/>
              </a:defRPr>
            </a:lvl1pPr>
            <a:lvl2pPr marL="742950" indent="-285750" eaLnBrk="0" hangingPunct="0">
              <a:spcBef>
                <a:spcPct val="30000"/>
              </a:spcBef>
              <a:defRPr sz="1200">
                <a:solidFill>
                  <a:schemeClr val="tx1"/>
                </a:solidFill>
                <a:latin typeface="Times" pitchFamily="12" charset="0"/>
              </a:defRPr>
            </a:lvl2pPr>
            <a:lvl3pPr marL="1143000" indent="-228600" eaLnBrk="0" hangingPunct="0">
              <a:spcBef>
                <a:spcPct val="30000"/>
              </a:spcBef>
              <a:defRPr sz="1200">
                <a:solidFill>
                  <a:schemeClr val="tx1"/>
                </a:solidFill>
                <a:latin typeface="Times" pitchFamily="12" charset="0"/>
              </a:defRPr>
            </a:lvl3pPr>
            <a:lvl4pPr marL="1600200" indent="-228600" eaLnBrk="0" hangingPunct="0">
              <a:spcBef>
                <a:spcPct val="30000"/>
              </a:spcBef>
              <a:defRPr sz="1200">
                <a:solidFill>
                  <a:schemeClr val="tx1"/>
                </a:solidFill>
                <a:latin typeface="Times" pitchFamily="12" charset="0"/>
              </a:defRPr>
            </a:lvl4pPr>
            <a:lvl5pPr marL="2057400" indent="-228600" eaLnBrk="0" hangingPunct="0">
              <a:spcBef>
                <a:spcPct val="30000"/>
              </a:spcBef>
              <a:defRPr sz="1200">
                <a:solidFill>
                  <a:schemeClr val="tx1"/>
                </a:solidFill>
                <a:latin typeface="Times" pitchFamily="12" charset="0"/>
              </a:defRPr>
            </a:lvl5pPr>
            <a:lvl6pPr marL="2514600" indent="-228600" eaLnBrk="0" fontAlgn="base" hangingPunct="0">
              <a:spcBef>
                <a:spcPct val="30000"/>
              </a:spcBef>
              <a:spcAft>
                <a:spcPct val="0"/>
              </a:spcAft>
              <a:defRPr sz="1200">
                <a:solidFill>
                  <a:schemeClr val="tx1"/>
                </a:solidFill>
                <a:latin typeface="Times" pitchFamily="12" charset="0"/>
              </a:defRPr>
            </a:lvl6pPr>
            <a:lvl7pPr marL="2971800" indent="-228600" eaLnBrk="0" fontAlgn="base" hangingPunct="0">
              <a:spcBef>
                <a:spcPct val="30000"/>
              </a:spcBef>
              <a:spcAft>
                <a:spcPct val="0"/>
              </a:spcAft>
              <a:defRPr sz="1200">
                <a:solidFill>
                  <a:schemeClr val="tx1"/>
                </a:solidFill>
                <a:latin typeface="Times" pitchFamily="12" charset="0"/>
              </a:defRPr>
            </a:lvl7pPr>
            <a:lvl8pPr marL="3429000" indent="-228600" eaLnBrk="0" fontAlgn="base" hangingPunct="0">
              <a:spcBef>
                <a:spcPct val="30000"/>
              </a:spcBef>
              <a:spcAft>
                <a:spcPct val="0"/>
              </a:spcAft>
              <a:defRPr sz="1200">
                <a:solidFill>
                  <a:schemeClr val="tx1"/>
                </a:solidFill>
                <a:latin typeface="Times" pitchFamily="12" charset="0"/>
              </a:defRPr>
            </a:lvl8pPr>
            <a:lvl9pPr marL="3886200" indent="-228600" eaLnBrk="0" fontAlgn="base" hangingPunct="0">
              <a:spcBef>
                <a:spcPct val="30000"/>
              </a:spcBef>
              <a:spcAft>
                <a:spcPct val="0"/>
              </a:spcAft>
              <a:defRPr sz="1200">
                <a:solidFill>
                  <a:schemeClr val="tx1"/>
                </a:solidFill>
                <a:latin typeface="Times" pitchFamily="12" charset="0"/>
              </a:defRPr>
            </a:lvl9pPr>
          </a:lstStyle>
          <a:p>
            <a:pPr>
              <a:spcBef>
                <a:spcPct val="0"/>
              </a:spcBef>
            </a:pPr>
            <a:fld id="{4D4AE978-436C-4B67-96CD-D2BCCCD48463}" type="slidenum">
              <a:rPr lang="en-GB" altLang="en-US" smtClean="0"/>
              <a:pPr>
                <a:spcBef>
                  <a:spcPct val="0"/>
                </a:spcBef>
              </a:pPr>
              <a:t>9</a:t>
            </a:fld>
            <a:endParaRPr lang="en-GB" altLang="en-US"/>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12" charset="0"/>
            </a:endParaRPr>
          </a:p>
        </p:txBody>
      </p:sp>
    </p:spTree>
    <p:extLst>
      <p:ext uri="{BB962C8B-B14F-4D97-AF65-F5344CB8AC3E}">
        <p14:creationId xmlns:p14="http://schemas.microsoft.com/office/powerpoint/2010/main" val="11041227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pitchFamily="12" charset="0"/>
              </a:defRPr>
            </a:lvl1pPr>
            <a:lvl2pPr marL="742950" indent="-285750" eaLnBrk="0" hangingPunct="0">
              <a:spcBef>
                <a:spcPct val="30000"/>
              </a:spcBef>
              <a:defRPr sz="1200">
                <a:solidFill>
                  <a:schemeClr val="tx1"/>
                </a:solidFill>
                <a:latin typeface="Times" pitchFamily="12" charset="0"/>
              </a:defRPr>
            </a:lvl2pPr>
            <a:lvl3pPr marL="1143000" indent="-228600" eaLnBrk="0" hangingPunct="0">
              <a:spcBef>
                <a:spcPct val="30000"/>
              </a:spcBef>
              <a:defRPr sz="1200">
                <a:solidFill>
                  <a:schemeClr val="tx1"/>
                </a:solidFill>
                <a:latin typeface="Times" pitchFamily="12" charset="0"/>
              </a:defRPr>
            </a:lvl3pPr>
            <a:lvl4pPr marL="1600200" indent="-228600" eaLnBrk="0" hangingPunct="0">
              <a:spcBef>
                <a:spcPct val="30000"/>
              </a:spcBef>
              <a:defRPr sz="1200">
                <a:solidFill>
                  <a:schemeClr val="tx1"/>
                </a:solidFill>
                <a:latin typeface="Times" pitchFamily="12" charset="0"/>
              </a:defRPr>
            </a:lvl4pPr>
            <a:lvl5pPr marL="2057400" indent="-228600" eaLnBrk="0" hangingPunct="0">
              <a:spcBef>
                <a:spcPct val="30000"/>
              </a:spcBef>
              <a:defRPr sz="1200">
                <a:solidFill>
                  <a:schemeClr val="tx1"/>
                </a:solidFill>
                <a:latin typeface="Times" pitchFamily="12" charset="0"/>
              </a:defRPr>
            </a:lvl5pPr>
            <a:lvl6pPr marL="2514600" indent="-228600" eaLnBrk="0" fontAlgn="base" hangingPunct="0">
              <a:spcBef>
                <a:spcPct val="30000"/>
              </a:spcBef>
              <a:spcAft>
                <a:spcPct val="0"/>
              </a:spcAft>
              <a:defRPr sz="1200">
                <a:solidFill>
                  <a:schemeClr val="tx1"/>
                </a:solidFill>
                <a:latin typeface="Times" pitchFamily="12" charset="0"/>
              </a:defRPr>
            </a:lvl6pPr>
            <a:lvl7pPr marL="2971800" indent="-228600" eaLnBrk="0" fontAlgn="base" hangingPunct="0">
              <a:spcBef>
                <a:spcPct val="30000"/>
              </a:spcBef>
              <a:spcAft>
                <a:spcPct val="0"/>
              </a:spcAft>
              <a:defRPr sz="1200">
                <a:solidFill>
                  <a:schemeClr val="tx1"/>
                </a:solidFill>
                <a:latin typeface="Times" pitchFamily="12" charset="0"/>
              </a:defRPr>
            </a:lvl7pPr>
            <a:lvl8pPr marL="3429000" indent="-228600" eaLnBrk="0" fontAlgn="base" hangingPunct="0">
              <a:spcBef>
                <a:spcPct val="30000"/>
              </a:spcBef>
              <a:spcAft>
                <a:spcPct val="0"/>
              </a:spcAft>
              <a:defRPr sz="1200">
                <a:solidFill>
                  <a:schemeClr val="tx1"/>
                </a:solidFill>
                <a:latin typeface="Times" pitchFamily="12" charset="0"/>
              </a:defRPr>
            </a:lvl8pPr>
            <a:lvl9pPr marL="3886200" indent="-228600" eaLnBrk="0" fontAlgn="base" hangingPunct="0">
              <a:spcBef>
                <a:spcPct val="30000"/>
              </a:spcBef>
              <a:spcAft>
                <a:spcPct val="0"/>
              </a:spcAft>
              <a:defRPr sz="1200">
                <a:solidFill>
                  <a:schemeClr val="tx1"/>
                </a:solidFill>
                <a:latin typeface="Times" pitchFamily="12" charset="0"/>
              </a:defRPr>
            </a:lvl9pPr>
          </a:lstStyle>
          <a:p>
            <a:pPr>
              <a:spcBef>
                <a:spcPct val="0"/>
              </a:spcBef>
            </a:pPr>
            <a:fld id="{A4C79642-99E3-4EBB-B381-521799278A45}" type="slidenum">
              <a:rPr lang="en-GB" altLang="en-US" smtClean="0"/>
              <a:pPr>
                <a:spcBef>
                  <a:spcPct val="0"/>
                </a:spcBef>
              </a:pPr>
              <a:t>10</a:t>
            </a:fld>
            <a:endParaRPr lang="en-GB" altLang="en-US"/>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12" charset="0"/>
            </a:endParaRPr>
          </a:p>
        </p:txBody>
      </p:sp>
    </p:spTree>
    <p:extLst>
      <p:ext uri="{BB962C8B-B14F-4D97-AF65-F5344CB8AC3E}">
        <p14:creationId xmlns:p14="http://schemas.microsoft.com/office/powerpoint/2010/main" val="32372347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pitchFamily="12" charset="0"/>
              </a:defRPr>
            </a:lvl1pPr>
            <a:lvl2pPr marL="742950" indent="-285750" eaLnBrk="0" hangingPunct="0">
              <a:spcBef>
                <a:spcPct val="30000"/>
              </a:spcBef>
              <a:defRPr sz="1200">
                <a:solidFill>
                  <a:schemeClr val="tx1"/>
                </a:solidFill>
                <a:latin typeface="Times" pitchFamily="12" charset="0"/>
              </a:defRPr>
            </a:lvl2pPr>
            <a:lvl3pPr marL="1143000" indent="-228600" eaLnBrk="0" hangingPunct="0">
              <a:spcBef>
                <a:spcPct val="30000"/>
              </a:spcBef>
              <a:defRPr sz="1200">
                <a:solidFill>
                  <a:schemeClr val="tx1"/>
                </a:solidFill>
                <a:latin typeface="Times" pitchFamily="12" charset="0"/>
              </a:defRPr>
            </a:lvl3pPr>
            <a:lvl4pPr marL="1600200" indent="-228600" eaLnBrk="0" hangingPunct="0">
              <a:spcBef>
                <a:spcPct val="30000"/>
              </a:spcBef>
              <a:defRPr sz="1200">
                <a:solidFill>
                  <a:schemeClr val="tx1"/>
                </a:solidFill>
                <a:latin typeface="Times" pitchFamily="12" charset="0"/>
              </a:defRPr>
            </a:lvl4pPr>
            <a:lvl5pPr marL="2057400" indent="-228600" eaLnBrk="0" hangingPunct="0">
              <a:spcBef>
                <a:spcPct val="30000"/>
              </a:spcBef>
              <a:defRPr sz="1200">
                <a:solidFill>
                  <a:schemeClr val="tx1"/>
                </a:solidFill>
                <a:latin typeface="Times" pitchFamily="12" charset="0"/>
              </a:defRPr>
            </a:lvl5pPr>
            <a:lvl6pPr marL="2514600" indent="-228600" eaLnBrk="0" fontAlgn="base" hangingPunct="0">
              <a:spcBef>
                <a:spcPct val="30000"/>
              </a:spcBef>
              <a:spcAft>
                <a:spcPct val="0"/>
              </a:spcAft>
              <a:defRPr sz="1200">
                <a:solidFill>
                  <a:schemeClr val="tx1"/>
                </a:solidFill>
                <a:latin typeface="Times" pitchFamily="12" charset="0"/>
              </a:defRPr>
            </a:lvl6pPr>
            <a:lvl7pPr marL="2971800" indent="-228600" eaLnBrk="0" fontAlgn="base" hangingPunct="0">
              <a:spcBef>
                <a:spcPct val="30000"/>
              </a:spcBef>
              <a:spcAft>
                <a:spcPct val="0"/>
              </a:spcAft>
              <a:defRPr sz="1200">
                <a:solidFill>
                  <a:schemeClr val="tx1"/>
                </a:solidFill>
                <a:latin typeface="Times" pitchFamily="12" charset="0"/>
              </a:defRPr>
            </a:lvl7pPr>
            <a:lvl8pPr marL="3429000" indent="-228600" eaLnBrk="0" fontAlgn="base" hangingPunct="0">
              <a:spcBef>
                <a:spcPct val="30000"/>
              </a:spcBef>
              <a:spcAft>
                <a:spcPct val="0"/>
              </a:spcAft>
              <a:defRPr sz="1200">
                <a:solidFill>
                  <a:schemeClr val="tx1"/>
                </a:solidFill>
                <a:latin typeface="Times" pitchFamily="12" charset="0"/>
              </a:defRPr>
            </a:lvl8pPr>
            <a:lvl9pPr marL="3886200" indent="-228600" eaLnBrk="0" fontAlgn="base" hangingPunct="0">
              <a:spcBef>
                <a:spcPct val="30000"/>
              </a:spcBef>
              <a:spcAft>
                <a:spcPct val="0"/>
              </a:spcAft>
              <a:defRPr sz="1200">
                <a:solidFill>
                  <a:schemeClr val="tx1"/>
                </a:solidFill>
                <a:latin typeface="Times" pitchFamily="12" charset="0"/>
              </a:defRPr>
            </a:lvl9pPr>
          </a:lstStyle>
          <a:p>
            <a:pPr>
              <a:spcBef>
                <a:spcPct val="0"/>
              </a:spcBef>
            </a:pPr>
            <a:fld id="{CE9453C0-8D48-4AA5-8264-D1150B65517F}" type="slidenum">
              <a:rPr lang="en-GB" altLang="en-US" smtClean="0"/>
              <a:pPr>
                <a:spcBef>
                  <a:spcPct val="0"/>
                </a:spcBef>
              </a:pPr>
              <a:t>11</a:t>
            </a:fld>
            <a:endParaRPr lang="en-GB" altLang="en-US"/>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12" charset="0"/>
            </a:endParaRPr>
          </a:p>
        </p:txBody>
      </p:sp>
    </p:spTree>
    <p:extLst>
      <p:ext uri="{BB962C8B-B14F-4D97-AF65-F5344CB8AC3E}">
        <p14:creationId xmlns:p14="http://schemas.microsoft.com/office/powerpoint/2010/main" val="20791173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pitchFamily="12" charset="0"/>
              </a:defRPr>
            </a:lvl1pPr>
            <a:lvl2pPr marL="742950" indent="-285750" eaLnBrk="0" hangingPunct="0">
              <a:spcBef>
                <a:spcPct val="30000"/>
              </a:spcBef>
              <a:defRPr sz="1200">
                <a:solidFill>
                  <a:schemeClr val="tx1"/>
                </a:solidFill>
                <a:latin typeface="Times" pitchFamily="12" charset="0"/>
              </a:defRPr>
            </a:lvl2pPr>
            <a:lvl3pPr marL="1143000" indent="-228600" eaLnBrk="0" hangingPunct="0">
              <a:spcBef>
                <a:spcPct val="30000"/>
              </a:spcBef>
              <a:defRPr sz="1200">
                <a:solidFill>
                  <a:schemeClr val="tx1"/>
                </a:solidFill>
                <a:latin typeface="Times" pitchFamily="12" charset="0"/>
              </a:defRPr>
            </a:lvl3pPr>
            <a:lvl4pPr marL="1600200" indent="-228600" eaLnBrk="0" hangingPunct="0">
              <a:spcBef>
                <a:spcPct val="30000"/>
              </a:spcBef>
              <a:defRPr sz="1200">
                <a:solidFill>
                  <a:schemeClr val="tx1"/>
                </a:solidFill>
                <a:latin typeface="Times" pitchFamily="12" charset="0"/>
              </a:defRPr>
            </a:lvl4pPr>
            <a:lvl5pPr marL="2057400" indent="-228600" eaLnBrk="0" hangingPunct="0">
              <a:spcBef>
                <a:spcPct val="30000"/>
              </a:spcBef>
              <a:defRPr sz="1200">
                <a:solidFill>
                  <a:schemeClr val="tx1"/>
                </a:solidFill>
                <a:latin typeface="Times" pitchFamily="12" charset="0"/>
              </a:defRPr>
            </a:lvl5pPr>
            <a:lvl6pPr marL="2514600" indent="-228600" eaLnBrk="0" fontAlgn="base" hangingPunct="0">
              <a:spcBef>
                <a:spcPct val="30000"/>
              </a:spcBef>
              <a:spcAft>
                <a:spcPct val="0"/>
              </a:spcAft>
              <a:defRPr sz="1200">
                <a:solidFill>
                  <a:schemeClr val="tx1"/>
                </a:solidFill>
                <a:latin typeface="Times" pitchFamily="12" charset="0"/>
              </a:defRPr>
            </a:lvl6pPr>
            <a:lvl7pPr marL="2971800" indent="-228600" eaLnBrk="0" fontAlgn="base" hangingPunct="0">
              <a:spcBef>
                <a:spcPct val="30000"/>
              </a:spcBef>
              <a:spcAft>
                <a:spcPct val="0"/>
              </a:spcAft>
              <a:defRPr sz="1200">
                <a:solidFill>
                  <a:schemeClr val="tx1"/>
                </a:solidFill>
                <a:latin typeface="Times" pitchFamily="12" charset="0"/>
              </a:defRPr>
            </a:lvl7pPr>
            <a:lvl8pPr marL="3429000" indent="-228600" eaLnBrk="0" fontAlgn="base" hangingPunct="0">
              <a:spcBef>
                <a:spcPct val="30000"/>
              </a:spcBef>
              <a:spcAft>
                <a:spcPct val="0"/>
              </a:spcAft>
              <a:defRPr sz="1200">
                <a:solidFill>
                  <a:schemeClr val="tx1"/>
                </a:solidFill>
                <a:latin typeface="Times" pitchFamily="12" charset="0"/>
              </a:defRPr>
            </a:lvl8pPr>
            <a:lvl9pPr marL="3886200" indent="-228600" eaLnBrk="0" fontAlgn="base" hangingPunct="0">
              <a:spcBef>
                <a:spcPct val="30000"/>
              </a:spcBef>
              <a:spcAft>
                <a:spcPct val="0"/>
              </a:spcAft>
              <a:defRPr sz="1200">
                <a:solidFill>
                  <a:schemeClr val="tx1"/>
                </a:solidFill>
                <a:latin typeface="Times" pitchFamily="12" charset="0"/>
              </a:defRPr>
            </a:lvl9pPr>
          </a:lstStyle>
          <a:p>
            <a:pPr>
              <a:spcBef>
                <a:spcPct val="0"/>
              </a:spcBef>
            </a:pPr>
            <a:fld id="{A5D36F1B-C70A-4C13-993C-60F62E0792C1}" type="slidenum">
              <a:rPr lang="en-GB" altLang="en-US" smtClean="0"/>
              <a:pPr>
                <a:spcBef>
                  <a:spcPct val="0"/>
                </a:spcBef>
              </a:pPr>
              <a:t>12</a:t>
            </a:fld>
            <a:endParaRPr lang="en-GB" altLang="en-US"/>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Times" pitchFamily="12" charset="0"/>
            </a:endParaRPr>
          </a:p>
        </p:txBody>
      </p:sp>
    </p:spTree>
    <p:extLst>
      <p:ext uri="{BB962C8B-B14F-4D97-AF65-F5344CB8AC3E}">
        <p14:creationId xmlns:p14="http://schemas.microsoft.com/office/powerpoint/2010/main" val="1667010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30000"/>
              </a:spcBef>
              <a:defRPr sz="1200">
                <a:solidFill>
                  <a:schemeClr val="tx1"/>
                </a:solidFill>
                <a:latin typeface="Times" pitchFamily="12" charset="0"/>
              </a:defRPr>
            </a:lvl1pPr>
            <a:lvl2pPr marL="742950" indent="-285750" eaLnBrk="0" hangingPunct="0">
              <a:spcBef>
                <a:spcPct val="30000"/>
              </a:spcBef>
              <a:defRPr sz="1200">
                <a:solidFill>
                  <a:schemeClr val="tx1"/>
                </a:solidFill>
                <a:latin typeface="Times" pitchFamily="12" charset="0"/>
              </a:defRPr>
            </a:lvl2pPr>
            <a:lvl3pPr marL="1143000" indent="-228600" eaLnBrk="0" hangingPunct="0">
              <a:spcBef>
                <a:spcPct val="30000"/>
              </a:spcBef>
              <a:defRPr sz="1200">
                <a:solidFill>
                  <a:schemeClr val="tx1"/>
                </a:solidFill>
                <a:latin typeface="Times" pitchFamily="12" charset="0"/>
              </a:defRPr>
            </a:lvl3pPr>
            <a:lvl4pPr marL="1600200" indent="-228600" eaLnBrk="0" hangingPunct="0">
              <a:spcBef>
                <a:spcPct val="30000"/>
              </a:spcBef>
              <a:defRPr sz="1200">
                <a:solidFill>
                  <a:schemeClr val="tx1"/>
                </a:solidFill>
                <a:latin typeface="Times" pitchFamily="12" charset="0"/>
              </a:defRPr>
            </a:lvl4pPr>
            <a:lvl5pPr marL="2057400" indent="-228600" eaLnBrk="0" hangingPunct="0">
              <a:spcBef>
                <a:spcPct val="30000"/>
              </a:spcBef>
              <a:defRPr sz="1200">
                <a:solidFill>
                  <a:schemeClr val="tx1"/>
                </a:solidFill>
                <a:latin typeface="Times" pitchFamily="12" charset="0"/>
              </a:defRPr>
            </a:lvl5pPr>
            <a:lvl6pPr marL="2514600" indent="-228600" eaLnBrk="0" fontAlgn="base" hangingPunct="0">
              <a:spcBef>
                <a:spcPct val="30000"/>
              </a:spcBef>
              <a:spcAft>
                <a:spcPct val="0"/>
              </a:spcAft>
              <a:defRPr sz="1200">
                <a:solidFill>
                  <a:schemeClr val="tx1"/>
                </a:solidFill>
                <a:latin typeface="Times" pitchFamily="12" charset="0"/>
              </a:defRPr>
            </a:lvl6pPr>
            <a:lvl7pPr marL="2971800" indent="-228600" eaLnBrk="0" fontAlgn="base" hangingPunct="0">
              <a:spcBef>
                <a:spcPct val="30000"/>
              </a:spcBef>
              <a:spcAft>
                <a:spcPct val="0"/>
              </a:spcAft>
              <a:defRPr sz="1200">
                <a:solidFill>
                  <a:schemeClr val="tx1"/>
                </a:solidFill>
                <a:latin typeface="Times" pitchFamily="12" charset="0"/>
              </a:defRPr>
            </a:lvl7pPr>
            <a:lvl8pPr marL="3429000" indent="-228600" eaLnBrk="0" fontAlgn="base" hangingPunct="0">
              <a:spcBef>
                <a:spcPct val="30000"/>
              </a:spcBef>
              <a:spcAft>
                <a:spcPct val="0"/>
              </a:spcAft>
              <a:defRPr sz="1200">
                <a:solidFill>
                  <a:schemeClr val="tx1"/>
                </a:solidFill>
                <a:latin typeface="Times" pitchFamily="12" charset="0"/>
              </a:defRPr>
            </a:lvl8pPr>
            <a:lvl9pPr marL="3886200" indent="-228600" eaLnBrk="0" fontAlgn="base" hangingPunct="0">
              <a:spcBef>
                <a:spcPct val="30000"/>
              </a:spcBef>
              <a:spcAft>
                <a:spcPct val="0"/>
              </a:spcAft>
              <a:defRPr sz="1200">
                <a:solidFill>
                  <a:schemeClr val="tx1"/>
                </a:solidFill>
                <a:latin typeface="Times" pitchFamily="12" charset="0"/>
              </a:defRPr>
            </a:lvl9pPr>
          </a:lstStyle>
          <a:p>
            <a:pPr algn="r" eaLnBrk="1" hangingPunct="1">
              <a:spcBef>
                <a:spcPct val="0"/>
              </a:spcBef>
            </a:pPr>
            <a:fld id="{CB50E418-3A01-4B7B-8E26-A820BB3E2CBD}" type="slidenum">
              <a:rPr lang="en-US" altLang="en-US">
                <a:latin typeface="Arial" charset="0"/>
              </a:rPr>
              <a:pPr algn="r" eaLnBrk="1" hangingPunct="1">
                <a:spcBef>
                  <a:spcPct val="0"/>
                </a:spcBef>
              </a:pPr>
              <a:t>19</a:t>
            </a:fld>
            <a:endParaRPr lang="en-US" altLang="en-US">
              <a:latin typeface="Arial" charset="0"/>
            </a:endParaRPr>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9063" indent="-119063" eaLnBrk="1" hangingPunct="1"/>
            <a:r>
              <a:rPr lang="en-US" altLang="en-US">
                <a:latin typeface="Times" pitchFamily="12" charset="0"/>
              </a:rPr>
              <a:t>Data mining can begin at a summary information level (coarse granularity) and progress through increasing levels of detail (drilling down), or the reverse (drilling up)</a:t>
            </a:r>
          </a:p>
          <a:p>
            <a:pPr marL="119063" indent="-119063" eaLnBrk="1" hangingPunct="1"/>
            <a:r>
              <a:rPr lang="en-US" altLang="en-US">
                <a:latin typeface="Times" pitchFamily="12" charset="0"/>
              </a:rPr>
              <a:t>Data-mining tools include query tools, reporting tools, multidimensional analysis tools, statistical tools, and intelligent agents</a:t>
            </a:r>
          </a:p>
          <a:p>
            <a:pPr marL="119063" indent="-119063" eaLnBrk="1" hangingPunct="1"/>
            <a:r>
              <a:rPr lang="en-US" altLang="en-US">
                <a:latin typeface="Times" pitchFamily="12" charset="0"/>
              </a:rPr>
              <a:t>Q: Provide an example of what an accountant might discover through the use of data-mining tools</a:t>
            </a:r>
          </a:p>
          <a:p>
            <a:pPr marL="403225" lvl="1" indent="-169863" eaLnBrk="1" hangingPunct="1"/>
            <a:r>
              <a:rPr lang="en-US" altLang="en-US">
                <a:latin typeface="Times" pitchFamily="12" charset="0"/>
              </a:rPr>
              <a:t>Ans:  An accountant could drill down into the details of all of the expense and revenue finding great business intelligence including which employees are spending the most amount of money on long-distance phone calls to which customers are returning the most products</a:t>
            </a:r>
          </a:p>
          <a:p>
            <a:pPr marL="403225" lvl="1" indent="-169863" eaLnBrk="1" hangingPunct="1"/>
            <a:r>
              <a:rPr lang="en-US" altLang="en-US">
                <a:latin typeface="Times" pitchFamily="12" charset="0"/>
              </a:rPr>
              <a:t>Could the data warehousing team at Enron have discovered the accounting inaccuracies that caused the company to go bankrupt?</a:t>
            </a:r>
          </a:p>
          <a:p>
            <a:pPr marL="119063" indent="-119063" eaLnBrk="1" hangingPunct="1"/>
            <a:endParaRPr lang="en-US" altLang="en-US">
              <a:latin typeface="Times" pitchFamily="12" charset="0"/>
            </a:endParaRPr>
          </a:p>
          <a:p>
            <a:pPr marL="119063" indent="-119063" eaLnBrk="1" hangingPunct="1"/>
            <a:endParaRPr lang="en-US" altLang="en-US">
              <a:latin typeface="Times" pitchFamily="12" charset="0"/>
            </a:endParaRPr>
          </a:p>
        </p:txBody>
      </p:sp>
    </p:spTree>
    <p:extLst>
      <p:ext uri="{BB962C8B-B14F-4D97-AF65-F5344CB8AC3E}">
        <p14:creationId xmlns:p14="http://schemas.microsoft.com/office/powerpoint/2010/main" val="22830906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30000"/>
              </a:spcBef>
              <a:defRPr sz="1200">
                <a:solidFill>
                  <a:schemeClr val="tx1"/>
                </a:solidFill>
                <a:latin typeface="Times" pitchFamily="12" charset="0"/>
              </a:defRPr>
            </a:lvl1pPr>
            <a:lvl2pPr marL="742950" indent="-285750" eaLnBrk="0" hangingPunct="0">
              <a:spcBef>
                <a:spcPct val="30000"/>
              </a:spcBef>
              <a:defRPr sz="1200">
                <a:solidFill>
                  <a:schemeClr val="tx1"/>
                </a:solidFill>
                <a:latin typeface="Times" pitchFamily="12" charset="0"/>
              </a:defRPr>
            </a:lvl2pPr>
            <a:lvl3pPr marL="1143000" indent="-228600" eaLnBrk="0" hangingPunct="0">
              <a:spcBef>
                <a:spcPct val="30000"/>
              </a:spcBef>
              <a:defRPr sz="1200">
                <a:solidFill>
                  <a:schemeClr val="tx1"/>
                </a:solidFill>
                <a:latin typeface="Times" pitchFamily="12" charset="0"/>
              </a:defRPr>
            </a:lvl3pPr>
            <a:lvl4pPr marL="1600200" indent="-228600" eaLnBrk="0" hangingPunct="0">
              <a:spcBef>
                <a:spcPct val="30000"/>
              </a:spcBef>
              <a:defRPr sz="1200">
                <a:solidFill>
                  <a:schemeClr val="tx1"/>
                </a:solidFill>
                <a:latin typeface="Times" pitchFamily="12" charset="0"/>
              </a:defRPr>
            </a:lvl4pPr>
            <a:lvl5pPr marL="2057400" indent="-228600" eaLnBrk="0" hangingPunct="0">
              <a:spcBef>
                <a:spcPct val="30000"/>
              </a:spcBef>
              <a:defRPr sz="1200">
                <a:solidFill>
                  <a:schemeClr val="tx1"/>
                </a:solidFill>
                <a:latin typeface="Times" pitchFamily="12" charset="0"/>
              </a:defRPr>
            </a:lvl5pPr>
            <a:lvl6pPr marL="2514600" indent="-228600" eaLnBrk="0" fontAlgn="base" hangingPunct="0">
              <a:spcBef>
                <a:spcPct val="30000"/>
              </a:spcBef>
              <a:spcAft>
                <a:spcPct val="0"/>
              </a:spcAft>
              <a:defRPr sz="1200">
                <a:solidFill>
                  <a:schemeClr val="tx1"/>
                </a:solidFill>
                <a:latin typeface="Times" pitchFamily="12" charset="0"/>
              </a:defRPr>
            </a:lvl6pPr>
            <a:lvl7pPr marL="2971800" indent="-228600" eaLnBrk="0" fontAlgn="base" hangingPunct="0">
              <a:spcBef>
                <a:spcPct val="30000"/>
              </a:spcBef>
              <a:spcAft>
                <a:spcPct val="0"/>
              </a:spcAft>
              <a:defRPr sz="1200">
                <a:solidFill>
                  <a:schemeClr val="tx1"/>
                </a:solidFill>
                <a:latin typeface="Times" pitchFamily="12" charset="0"/>
              </a:defRPr>
            </a:lvl7pPr>
            <a:lvl8pPr marL="3429000" indent="-228600" eaLnBrk="0" fontAlgn="base" hangingPunct="0">
              <a:spcBef>
                <a:spcPct val="30000"/>
              </a:spcBef>
              <a:spcAft>
                <a:spcPct val="0"/>
              </a:spcAft>
              <a:defRPr sz="1200">
                <a:solidFill>
                  <a:schemeClr val="tx1"/>
                </a:solidFill>
                <a:latin typeface="Times" pitchFamily="12" charset="0"/>
              </a:defRPr>
            </a:lvl8pPr>
            <a:lvl9pPr marL="3886200" indent="-228600" eaLnBrk="0" fontAlgn="base" hangingPunct="0">
              <a:spcBef>
                <a:spcPct val="30000"/>
              </a:spcBef>
              <a:spcAft>
                <a:spcPct val="0"/>
              </a:spcAft>
              <a:defRPr sz="1200">
                <a:solidFill>
                  <a:schemeClr val="tx1"/>
                </a:solidFill>
                <a:latin typeface="Times" pitchFamily="12" charset="0"/>
              </a:defRPr>
            </a:lvl9pPr>
          </a:lstStyle>
          <a:p>
            <a:pPr algn="r" eaLnBrk="1" hangingPunct="1">
              <a:spcBef>
                <a:spcPct val="0"/>
              </a:spcBef>
            </a:pPr>
            <a:fld id="{F35A0047-3920-497E-867C-A7026E67CA50}" type="slidenum">
              <a:rPr lang="en-US" altLang="en-US">
                <a:latin typeface="Arial" charset="0"/>
              </a:rPr>
              <a:pPr algn="r" eaLnBrk="1" hangingPunct="1">
                <a:spcBef>
                  <a:spcPct val="0"/>
                </a:spcBef>
              </a:pPr>
              <a:t>20</a:t>
            </a:fld>
            <a:endParaRPr lang="en-US" altLang="en-US">
              <a:latin typeface="Arial" charset="0"/>
            </a:endParaRPr>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9063" indent="-119063" eaLnBrk="1" hangingPunct="1"/>
            <a:r>
              <a:rPr lang="en-US" altLang="en-US">
                <a:latin typeface="Times" pitchFamily="12" charset="0"/>
              </a:rPr>
              <a:t>Data mining can begin at a summary information level (coarse granularity) and progress through increasing levels of detail (drilling down), or the reverse (drilling up)</a:t>
            </a:r>
          </a:p>
          <a:p>
            <a:pPr marL="119063" indent="-119063" eaLnBrk="1" hangingPunct="1"/>
            <a:r>
              <a:rPr lang="en-US" altLang="en-US">
                <a:latin typeface="Times" pitchFamily="12" charset="0"/>
              </a:rPr>
              <a:t>Data-mining tools include query tools, reporting tools, multidimensional analysis tools, statistical tools, and intelligent agents</a:t>
            </a:r>
          </a:p>
          <a:p>
            <a:pPr marL="119063" indent="-119063" eaLnBrk="1" hangingPunct="1"/>
            <a:r>
              <a:rPr lang="en-US" altLang="en-US">
                <a:latin typeface="Times" pitchFamily="12" charset="0"/>
              </a:rPr>
              <a:t>Q: Provide an example of what an accountant might discover through the use of data-mining tools</a:t>
            </a:r>
          </a:p>
          <a:p>
            <a:pPr marL="403225" lvl="1" indent="-169863" eaLnBrk="1" hangingPunct="1"/>
            <a:r>
              <a:rPr lang="en-US" altLang="en-US">
                <a:latin typeface="Times" pitchFamily="12" charset="0"/>
              </a:rPr>
              <a:t>Ans:  An accountant could drill down into the details of all of the expense and revenue finding great business intelligence including which employees are spending the most amount of money on long-distance phone calls to which customers are returning the most products</a:t>
            </a:r>
          </a:p>
          <a:p>
            <a:pPr marL="403225" lvl="1" indent="-169863" eaLnBrk="1" hangingPunct="1"/>
            <a:r>
              <a:rPr lang="en-US" altLang="en-US">
                <a:latin typeface="Times" pitchFamily="12" charset="0"/>
              </a:rPr>
              <a:t>Could the data warehousing team at Enron have discovered the accounting inaccuracies that caused the company to go bankrupt?</a:t>
            </a:r>
          </a:p>
          <a:p>
            <a:pPr marL="119063" indent="-119063" eaLnBrk="1" hangingPunct="1"/>
            <a:endParaRPr lang="en-US" altLang="en-US">
              <a:latin typeface="Times" pitchFamily="12" charset="0"/>
            </a:endParaRPr>
          </a:p>
          <a:p>
            <a:pPr marL="119063" indent="-119063" eaLnBrk="1" hangingPunct="1"/>
            <a:endParaRPr lang="en-US" altLang="en-US">
              <a:latin typeface="Times" pitchFamily="12" charset="0"/>
            </a:endParaRPr>
          </a:p>
        </p:txBody>
      </p:sp>
    </p:spTree>
    <p:extLst>
      <p:ext uri="{BB962C8B-B14F-4D97-AF65-F5344CB8AC3E}">
        <p14:creationId xmlns:p14="http://schemas.microsoft.com/office/powerpoint/2010/main" val="148875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pitchFamily="12" charset="0"/>
              </a:defRPr>
            </a:lvl1pPr>
            <a:lvl2pPr marL="742950" indent="-285750" eaLnBrk="0" hangingPunct="0">
              <a:spcBef>
                <a:spcPct val="30000"/>
              </a:spcBef>
              <a:defRPr sz="1200">
                <a:solidFill>
                  <a:schemeClr val="tx1"/>
                </a:solidFill>
                <a:latin typeface="Times" pitchFamily="12" charset="0"/>
              </a:defRPr>
            </a:lvl2pPr>
            <a:lvl3pPr marL="1143000" indent="-228600" eaLnBrk="0" hangingPunct="0">
              <a:spcBef>
                <a:spcPct val="30000"/>
              </a:spcBef>
              <a:defRPr sz="1200">
                <a:solidFill>
                  <a:schemeClr val="tx1"/>
                </a:solidFill>
                <a:latin typeface="Times" pitchFamily="12" charset="0"/>
              </a:defRPr>
            </a:lvl3pPr>
            <a:lvl4pPr marL="1600200" indent="-228600" eaLnBrk="0" hangingPunct="0">
              <a:spcBef>
                <a:spcPct val="30000"/>
              </a:spcBef>
              <a:defRPr sz="1200">
                <a:solidFill>
                  <a:schemeClr val="tx1"/>
                </a:solidFill>
                <a:latin typeface="Times" pitchFamily="12" charset="0"/>
              </a:defRPr>
            </a:lvl4pPr>
            <a:lvl5pPr marL="2057400" indent="-228600" eaLnBrk="0" hangingPunct="0">
              <a:spcBef>
                <a:spcPct val="30000"/>
              </a:spcBef>
              <a:defRPr sz="1200">
                <a:solidFill>
                  <a:schemeClr val="tx1"/>
                </a:solidFill>
                <a:latin typeface="Times" pitchFamily="12" charset="0"/>
              </a:defRPr>
            </a:lvl5pPr>
            <a:lvl6pPr marL="2514600" indent="-228600" eaLnBrk="0" fontAlgn="base" hangingPunct="0">
              <a:spcBef>
                <a:spcPct val="30000"/>
              </a:spcBef>
              <a:spcAft>
                <a:spcPct val="0"/>
              </a:spcAft>
              <a:defRPr sz="1200">
                <a:solidFill>
                  <a:schemeClr val="tx1"/>
                </a:solidFill>
                <a:latin typeface="Times" pitchFamily="12" charset="0"/>
              </a:defRPr>
            </a:lvl6pPr>
            <a:lvl7pPr marL="2971800" indent="-228600" eaLnBrk="0" fontAlgn="base" hangingPunct="0">
              <a:spcBef>
                <a:spcPct val="30000"/>
              </a:spcBef>
              <a:spcAft>
                <a:spcPct val="0"/>
              </a:spcAft>
              <a:defRPr sz="1200">
                <a:solidFill>
                  <a:schemeClr val="tx1"/>
                </a:solidFill>
                <a:latin typeface="Times" pitchFamily="12" charset="0"/>
              </a:defRPr>
            </a:lvl7pPr>
            <a:lvl8pPr marL="3429000" indent="-228600" eaLnBrk="0" fontAlgn="base" hangingPunct="0">
              <a:spcBef>
                <a:spcPct val="30000"/>
              </a:spcBef>
              <a:spcAft>
                <a:spcPct val="0"/>
              </a:spcAft>
              <a:defRPr sz="1200">
                <a:solidFill>
                  <a:schemeClr val="tx1"/>
                </a:solidFill>
                <a:latin typeface="Times" pitchFamily="12" charset="0"/>
              </a:defRPr>
            </a:lvl8pPr>
            <a:lvl9pPr marL="3886200" indent="-228600" eaLnBrk="0" fontAlgn="base" hangingPunct="0">
              <a:spcBef>
                <a:spcPct val="30000"/>
              </a:spcBef>
              <a:spcAft>
                <a:spcPct val="0"/>
              </a:spcAft>
              <a:defRPr sz="1200">
                <a:solidFill>
                  <a:schemeClr val="tx1"/>
                </a:solidFill>
                <a:latin typeface="Times" pitchFamily="12" charset="0"/>
              </a:defRPr>
            </a:lvl9pPr>
          </a:lstStyle>
          <a:p>
            <a:pPr>
              <a:spcBef>
                <a:spcPct val="0"/>
              </a:spcBef>
            </a:pPr>
            <a:fld id="{D3CE3E85-9788-45DF-8319-D45E1C87624C}" type="slidenum">
              <a:rPr lang="en-GB" altLang="en-US" smtClean="0"/>
              <a:pPr>
                <a:spcBef>
                  <a:spcPct val="0"/>
                </a:spcBef>
              </a:pPr>
              <a:t>21</a:t>
            </a:fld>
            <a:endParaRPr lang="en-GB" altLang="en-US"/>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12" charset="0"/>
            </a:endParaRPr>
          </a:p>
        </p:txBody>
      </p:sp>
    </p:spTree>
    <p:extLst>
      <p:ext uri="{BB962C8B-B14F-4D97-AF65-F5344CB8AC3E}">
        <p14:creationId xmlns:p14="http://schemas.microsoft.com/office/powerpoint/2010/main" val="31523427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pitchFamily="12" charset="0"/>
              </a:defRPr>
            </a:lvl1pPr>
            <a:lvl2pPr marL="742950" indent="-285750" eaLnBrk="0" hangingPunct="0">
              <a:spcBef>
                <a:spcPct val="30000"/>
              </a:spcBef>
              <a:defRPr sz="1200">
                <a:solidFill>
                  <a:schemeClr val="tx1"/>
                </a:solidFill>
                <a:latin typeface="Times" pitchFamily="12" charset="0"/>
              </a:defRPr>
            </a:lvl2pPr>
            <a:lvl3pPr marL="1143000" indent="-228600" eaLnBrk="0" hangingPunct="0">
              <a:spcBef>
                <a:spcPct val="30000"/>
              </a:spcBef>
              <a:defRPr sz="1200">
                <a:solidFill>
                  <a:schemeClr val="tx1"/>
                </a:solidFill>
                <a:latin typeface="Times" pitchFamily="12" charset="0"/>
              </a:defRPr>
            </a:lvl3pPr>
            <a:lvl4pPr marL="1600200" indent="-228600" eaLnBrk="0" hangingPunct="0">
              <a:spcBef>
                <a:spcPct val="30000"/>
              </a:spcBef>
              <a:defRPr sz="1200">
                <a:solidFill>
                  <a:schemeClr val="tx1"/>
                </a:solidFill>
                <a:latin typeface="Times" pitchFamily="12" charset="0"/>
              </a:defRPr>
            </a:lvl4pPr>
            <a:lvl5pPr marL="2057400" indent="-228600" eaLnBrk="0" hangingPunct="0">
              <a:spcBef>
                <a:spcPct val="30000"/>
              </a:spcBef>
              <a:defRPr sz="1200">
                <a:solidFill>
                  <a:schemeClr val="tx1"/>
                </a:solidFill>
                <a:latin typeface="Times" pitchFamily="12" charset="0"/>
              </a:defRPr>
            </a:lvl5pPr>
            <a:lvl6pPr marL="2514600" indent="-228600" eaLnBrk="0" fontAlgn="base" hangingPunct="0">
              <a:spcBef>
                <a:spcPct val="30000"/>
              </a:spcBef>
              <a:spcAft>
                <a:spcPct val="0"/>
              </a:spcAft>
              <a:defRPr sz="1200">
                <a:solidFill>
                  <a:schemeClr val="tx1"/>
                </a:solidFill>
                <a:latin typeface="Times" pitchFamily="12" charset="0"/>
              </a:defRPr>
            </a:lvl6pPr>
            <a:lvl7pPr marL="2971800" indent="-228600" eaLnBrk="0" fontAlgn="base" hangingPunct="0">
              <a:spcBef>
                <a:spcPct val="30000"/>
              </a:spcBef>
              <a:spcAft>
                <a:spcPct val="0"/>
              </a:spcAft>
              <a:defRPr sz="1200">
                <a:solidFill>
                  <a:schemeClr val="tx1"/>
                </a:solidFill>
                <a:latin typeface="Times" pitchFamily="12" charset="0"/>
              </a:defRPr>
            </a:lvl7pPr>
            <a:lvl8pPr marL="3429000" indent="-228600" eaLnBrk="0" fontAlgn="base" hangingPunct="0">
              <a:spcBef>
                <a:spcPct val="30000"/>
              </a:spcBef>
              <a:spcAft>
                <a:spcPct val="0"/>
              </a:spcAft>
              <a:defRPr sz="1200">
                <a:solidFill>
                  <a:schemeClr val="tx1"/>
                </a:solidFill>
                <a:latin typeface="Times" pitchFamily="12" charset="0"/>
              </a:defRPr>
            </a:lvl8pPr>
            <a:lvl9pPr marL="3886200" indent="-228600" eaLnBrk="0" fontAlgn="base" hangingPunct="0">
              <a:spcBef>
                <a:spcPct val="30000"/>
              </a:spcBef>
              <a:spcAft>
                <a:spcPct val="0"/>
              </a:spcAft>
              <a:defRPr sz="1200">
                <a:solidFill>
                  <a:schemeClr val="tx1"/>
                </a:solidFill>
                <a:latin typeface="Times" pitchFamily="12" charset="0"/>
              </a:defRPr>
            </a:lvl9pPr>
          </a:lstStyle>
          <a:p>
            <a:pPr>
              <a:spcBef>
                <a:spcPct val="0"/>
              </a:spcBef>
            </a:pPr>
            <a:fld id="{9DD95C48-0E2F-4EAC-A6AB-8CF8CC7B3C4A}" type="slidenum">
              <a:rPr lang="en-GB" altLang="en-US" smtClean="0"/>
              <a:pPr>
                <a:spcBef>
                  <a:spcPct val="0"/>
                </a:spcBef>
              </a:pPr>
              <a:t>22</a:t>
            </a:fld>
            <a:endParaRPr lang="en-GB" altLang="en-US"/>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12" charset="0"/>
            </a:endParaRPr>
          </a:p>
        </p:txBody>
      </p:sp>
    </p:spTree>
    <p:extLst>
      <p:ext uri="{BB962C8B-B14F-4D97-AF65-F5344CB8AC3E}">
        <p14:creationId xmlns:p14="http://schemas.microsoft.com/office/powerpoint/2010/main" val="38425873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pitchFamily="12" charset="0"/>
              </a:defRPr>
            </a:lvl1pPr>
            <a:lvl2pPr marL="742950" indent="-285750" eaLnBrk="0" hangingPunct="0">
              <a:spcBef>
                <a:spcPct val="30000"/>
              </a:spcBef>
              <a:defRPr sz="1200">
                <a:solidFill>
                  <a:schemeClr val="tx1"/>
                </a:solidFill>
                <a:latin typeface="Times" pitchFamily="12" charset="0"/>
              </a:defRPr>
            </a:lvl2pPr>
            <a:lvl3pPr marL="1143000" indent="-228600" eaLnBrk="0" hangingPunct="0">
              <a:spcBef>
                <a:spcPct val="30000"/>
              </a:spcBef>
              <a:defRPr sz="1200">
                <a:solidFill>
                  <a:schemeClr val="tx1"/>
                </a:solidFill>
                <a:latin typeface="Times" pitchFamily="12" charset="0"/>
              </a:defRPr>
            </a:lvl3pPr>
            <a:lvl4pPr marL="1600200" indent="-228600" eaLnBrk="0" hangingPunct="0">
              <a:spcBef>
                <a:spcPct val="30000"/>
              </a:spcBef>
              <a:defRPr sz="1200">
                <a:solidFill>
                  <a:schemeClr val="tx1"/>
                </a:solidFill>
                <a:latin typeface="Times" pitchFamily="12" charset="0"/>
              </a:defRPr>
            </a:lvl4pPr>
            <a:lvl5pPr marL="2057400" indent="-228600" eaLnBrk="0" hangingPunct="0">
              <a:spcBef>
                <a:spcPct val="30000"/>
              </a:spcBef>
              <a:defRPr sz="1200">
                <a:solidFill>
                  <a:schemeClr val="tx1"/>
                </a:solidFill>
                <a:latin typeface="Times" pitchFamily="12" charset="0"/>
              </a:defRPr>
            </a:lvl5pPr>
            <a:lvl6pPr marL="2514600" indent="-228600" eaLnBrk="0" fontAlgn="base" hangingPunct="0">
              <a:spcBef>
                <a:spcPct val="30000"/>
              </a:spcBef>
              <a:spcAft>
                <a:spcPct val="0"/>
              </a:spcAft>
              <a:defRPr sz="1200">
                <a:solidFill>
                  <a:schemeClr val="tx1"/>
                </a:solidFill>
                <a:latin typeface="Times" pitchFamily="12" charset="0"/>
              </a:defRPr>
            </a:lvl6pPr>
            <a:lvl7pPr marL="2971800" indent="-228600" eaLnBrk="0" fontAlgn="base" hangingPunct="0">
              <a:spcBef>
                <a:spcPct val="30000"/>
              </a:spcBef>
              <a:spcAft>
                <a:spcPct val="0"/>
              </a:spcAft>
              <a:defRPr sz="1200">
                <a:solidFill>
                  <a:schemeClr val="tx1"/>
                </a:solidFill>
                <a:latin typeface="Times" pitchFamily="12" charset="0"/>
              </a:defRPr>
            </a:lvl7pPr>
            <a:lvl8pPr marL="3429000" indent="-228600" eaLnBrk="0" fontAlgn="base" hangingPunct="0">
              <a:spcBef>
                <a:spcPct val="30000"/>
              </a:spcBef>
              <a:spcAft>
                <a:spcPct val="0"/>
              </a:spcAft>
              <a:defRPr sz="1200">
                <a:solidFill>
                  <a:schemeClr val="tx1"/>
                </a:solidFill>
                <a:latin typeface="Times" pitchFamily="12" charset="0"/>
              </a:defRPr>
            </a:lvl8pPr>
            <a:lvl9pPr marL="3886200" indent="-228600" eaLnBrk="0" fontAlgn="base" hangingPunct="0">
              <a:spcBef>
                <a:spcPct val="30000"/>
              </a:spcBef>
              <a:spcAft>
                <a:spcPct val="0"/>
              </a:spcAft>
              <a:defRPr sz="1200">
                <a:solidFill>
                  <a:schemeClr val="tx1"/>
                </a:solidFill>
                <a:latin typeface="Times" pitchFamily="12" charset="0"/>
              </a:defRPr>
            </a:lvl9pPr>
          </a:lstStyle>
          <a:p>
            <a:pPr>
              <a:spcBef>
                <a:spcPct val="0"/>
              </a:spcBef>
            </a:pPr>
            <a:fld id="{3572641B-5E40-4BCE-81A7-CBC7AA48AC91}" type="slidenum">
              <a:rPr lang="en-GB" altLang="en-US" smtClean="0"/>
              <a:pPr>
                <a:spcBef>
                  <a:spcPct val="0"/>
                </a:spcBef>
              </a:pPr>
              <a:t>23</a:t>
            </a:fld>
            <a:endParaRPr lang="en-GB" altLang="en-US"/>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12" charset="0"/>
            </a:endParaRPr>
          </a:p>
        </p:txBody>
      </p:sp>
    </p:spTree>
    <p:extLst>
      <p:ext uri="{BB962C8B-B14F-4D97-AF65-F5344CB8AC3E}">
        <p14:creationId xmlns:p14="http://schemas.microsoft.com/office/powerpoint/2010/main" val="35386190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pitchFamily="12" charset="0"/>
              </a:defRPr>
            </a:lvl1pPr>
            <a:lvl2pPr marL="742950" indent="-285750" eaLnBrk="0" hangingPunct="0">
              <a:spcBef>
                <a:spcPct val="30000"/>
              </a:spcBef>
              <a:defRPr sz="1200">
                <a:solidFill>
                  <a:schemeClr val="tx1"/>
                </a:solidFill>
                <a:latin typeface="Times" pitchFamily="12" charset="0"/>
              </a:defRPr>
            </a:lvl2pPr>
            <a:lvl3pPr marL="1143000" indent="-228600" eaLnBrk="0" hangingPunct="0">
              <a:spcBef>
                <a:spcPct val="30000"/>
              </a:spcBef>
              <a:defRPr sz="1200">
                <a:solidFill>
                  <a:schemeClr val="tx1"/>
                </a:solidFill>
                <a:latin typeface="Times" pitchFamily="12" charset="0"/>
              </a:defRPr>
            </a:lvl3pPr>
            <a:lvl4pPr marL="1600200" indent="-228600" eaLnBrk="0" hangingPunct="0">
              <a:spcBef>
                <a:spcPct val="30000"/>
              </a:spcBef>
              <a:defRPr sz="1200">
                <a:solidFill>
                  <a:schemeClr val="tx1"/>
                </a:solidFill>
                <a:latin typeface="Times" pitchFamily="12" charset="0"/>
              </a:defRPr>
            </a:lvl4pPr>
            <a:lvl5pPr marL="2057400" indent="-228600" eaLnBrk="0" hangingPunct="0">
              <a:spcBef>
                <a:spcPct val="30000"/>
              </a:spcBef>
              <a:defRPr sz="1200">
                <a:solidFill>
                  <a:schemeClr val="tx1"/>
                </a:solidFill>
                <a:latin typeface="Times" pitchFamily="12" charset="0"/>
              </a:defRPr>
            </a:lvl5pPr>
            <a:lvl6pPr marL="2514600" indent="-228600" eaLnBrk="0" fontAlgn="base" hangingPunct="0">
              <a:spcBef>
                <a:spcPct val="30000"/>
              </a:spcBef>
              <a:spcAft>
                <a:spcPct val="0"/>
              </a:spcAft>
              <a:defRPr sz="1200">
                <a:solidFill>
                  <a:schemeClr val="tx1"/>
                </a:solidFill>
                <a:latin typeface="Times" pitchFamily="12" charset="0"/>
              </a:defRPr>
            </a:lvl6pPr>
            <a:lvl7pPr marL="2971800" indent="-228600" eaLnBrk="0" fontAlgn="base" hangingPunct="0">
              <a:spcBef>
                <a:spcPct val="30000"/>
              </a:spcBef>
              <a:spcAft>
                <a:spcPct val="0"/>
              </a:spcAft>
              <a:defRPr sz="1200">
                <a:solidFill>
                  <a:schemeClr val="tx1"/>
                </a:solidFill>
                <a:latin typeface="Times" pitchFamily="12" charset="0"/>
              </a:defRPr>
            </a:lvl7pPr>
            <a:lvl8pPr marL="3429000" indent="-228600" eaLnBrk="0" fontAlgn="base" hangingPunct="0">
              <a:spcBef>
                <a:spcPct val="30000"/>
              </a:spcBef>
              <a:spcAft>
                <a:spcPct val="0"/>
              </a:spcAft>
              <a:defRPr sz="1200">
                <a:solidFill>
                  <a:schemeClr val="tx1"/>
                </a:solidFill>
                <a:latin typeface="Times" pitchFamily="12" charset="0"/>
              </a:defRPr>
            </a:lvl8pPr>
            <a:lvl9pPr marL="3886200" indent="-228600" eaLnBrk="0" fontAlgn="base" hangingPunct="0">
              <a:spcBef>
                <a:spcPct val="30000"/>
              </a:spcBef>
              <a:spcAft>
                <a:spcPct val="0"/>
              </a:spcAft>
              <a:defRPr sz="1200">
                <a:solidFill>
                  <a:schemeClr val="tx1"/>
                </a:solidFill>
                <a:latin typeface="Times" pitchFamily="12" charset="0"/>
              </a:defRPr>
            </a:lvl9pPr>
          </a:lstStyle>
          <a:p>
            <a:pPr>
              <a:spcBef>
                <a:spcPct val="0"/>
              </a:spcBef>
            </a:pPr>
            <a:fld id="{FDAD6738-AAB5-4D93-B71A-8CF91C63F5EA}" type="slidenum">
              <a:rPr lang="en-GB" altLang="en-US" smtClean="0"/>
              <a:pPr>
                <a:spcBef>
                  <a:spcPct val="0"/>
                </a:spcBef>
              </a:pPr>
              <a:t>24</a:t>
            </a:fld>
            <a:endParaRPr lang="en-GB" altLang="en-US"/>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12" charset="0"/>
            </a:endParaRPr>
          </a:p>
        </p:txBody>
      </p:sp>
    </p:spTree>
    <p:extLst>
      <p:ext uri="{BB962C8B-B14F-4D97-AF65-F5344CB8AC3E}">
        <p14:creationId xmlns:p14="http://schemas.microsoft.com/office/powerpoint/2010/main" val="37855228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pitchFamily="12" charset="0"/>
              </a:defRPr>
            </a:lvl1pPr>
            <a:lvl2pPr marL="742950" indent="-285750" eaLnBrk="0" hangingPunct="0">
              <a:spcBef>
                <a:spcPct val="30000"/>
              </a:spcBef>
              <a:defRPr sz="1200">
                <a:solidFill>
                  <a:schemeClr val="tx1"/>
                </a:solidFill>
                <a:latin typeface="Times" pitchFamily="12" charset="0"/>
              </a:defRPr>
            </a:lvl2pPr>
            <a:lvl3pPr marL="1143000" indent="-228600" eaLnBrk="0" hangingPunct="0">
              <a:spcBef>
                <a:spcPct val="30000"/>
              </a:spcBef>
              <a:defRPr sz="1200">
                <a:solidFill>
                  <a:schemeClr val="tx1"/>
                </a:solidFill>
                <a:latin typeface="Times" pitchFamily="12" charset="0"/>
              </a:defRPr>
            </a:lvl3pPr>
            <a:lvl4pPr marL="1600200" indent="-228600" eaLnBrk="0" hangingPunct="0">
              <a:spcBef>
                <a:spcPct val="30000"/>
              </a:spcBef>
              <a:defRPr sz="1200">
                <a:solidFill>
                  <a:schemeClr val="tx1"/>
                </a:solidFill>
                <a:latin typeface="Times" pitchFamily="12" charset="0"/>
              </a:defRPr>
            </a:lvl4pPr>
            <a:lvl5pPr marL="2057400" indent="-228600" eaLnBrk="0" hangingPunct="0">
              <a:spcBef>
                <a:spcPct val="30000"/>
              </a:spcBef>
              <a:defRPr sz="1200">
                <a:solidFill>
                  <a:schemeClr val="tx1"/>
                </a:solidFill>
                <a:latin typeface="Times" pitchFamily="12" charset="0"/>
              </a:defRPr>
            </a:lvl5pPr>
            <a:lvl6pPr marL="2514600" indent="-228600" eaLnBrk="0" fontAlgn="base" hangingPunct="0">
              <a:spcBef>
                <a:spcPct val="30000"/>
              </a:spcBef>
              <a:spcAft>
                <a:spcPct val="0"/>
              </a:spcAft>
              <a:defRPr sz="1200">
                <a:solidFill>
                  <a:schemeClr val="tx1"/>
                </a:solidFill>
                <a:latin typeface="Times" pitchFamily="12" charset="0"/>
              </a:defRPr>
            </a:lvl6pPr>
            <a:lvl7pPr marL="2971800" indent="-228600" eaLnBrk="0" fontAlgn="base" hangingPunct="0">
              <a:spcBef>
                <a:spcPct val="30000"/>
              </a:spcBef>
              <a:spcAft>
                <a:spcPct val="0"/>
              </a:spcAft>
              <a:defRPr sz="1200">
                <a:solidFill>
                  <a:schemeClr val="tx1"/>
                </a:solidFill>
                <a:latin typeface="Times" pitchFamily="12" charset="0"/>
              </a:defRPr>
            </a:lvl7pPr>
            <a:lvl8pPr marL="3429000" indent="-228600" eaLnBrk="0" fontAlgn="base" hangingPunct="0">
              <a:spcBef>
                <a:spcPct val="30000"/>
              </a:spcBef>
              <a:spcAft>
                <a:spcPct val="0"/>
              </a:spcAft>
              <a:defRPr sz="1200">
                <a:solidFill>
                  <a:schemeClr val="tx1"/>
                </a:solidFill>
                <a:latin typeface="Times" pitchFamily="12" charset="0"/>
              </a:defRPr>
            </a:lvl8pPr>
            <a:lvl9pPr marL="3886200" indent="-228600" eaLnBrk="0" fontAlgn="base" hangingPunct="0">
              <a:spcBef>
                <a:spcPct val="30000"/>
              </a:spcBef>
              <a:spcAft>
                <a:spcPct val="0"/>
              </a:spcAft>
              <a:defRPr sz="1200">
                <a:solidFill>
                  <a:schemeClr val="tx1"/>
                </a:solidFill>
                <a:latin typeface="Times" pitchFamily="12" charset="0"/>
              </a:defRPr>
            </a:lvl9pPr>
          </a:lstStyle>
          <a:p>
            <a:pPr>
              <a:spcBef>
                <a:spcPct val="0"/>
              </a:spcBef>
            </a:pPr>
            <a:fld id="{2BA6E00E-E1D4-417D-98D7-38811F977DC2}" type="slidenum">
              <a:rPr lang="en-GB" altLang="en-US" smtClean="0"/>
              <a:pPr>
                <a:spcBef>
                  <a:spcPct val="0"/>
                </a:spcBef>
              </a:pPr>
              <a:t>25</a:t>
            </a:fld>
            <a:endParaRPr lang="en-GB" altLang="en-US"/>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12" charset="0"/>
            </a:endParaRPr>
          </a:p>
        </p:txBody>
      </p:sp>
    </p:spTree>
    <p:extLst>
      <p:ext uri="{BB962C8B-B14F-4D97-AF65-F5344CB8AC3E}">
        <p14:creationId xmlns:p14="http://schemas.microsoft.com/office/powerpoint/2010/main" val="41859149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pitchFamily="12" charset="0"/>
              </a:defRPr>
            </a:lvl1pPr>
            <a:lvl2pPr marL="742950" indent="-285750" eaLnBrk="0" hangingPunct="0">
              <a:spcBef>
                <a:spcPct val="30000"/>
              </a:spcBef>
              <a:defRPr sz="1200">
                <a:solidFill>
                  <a:schemeClr val="tx1"/>
                </a:solidFill>
                <a:latin typeface="Times" pitchFamily="12" charset="0"/>
              </a:defRPr>
            </a:lvl2pPr>
            <a:lvl3pPr marL="1143000" indent="-228600" eaLnBrk="0" hangingPunct="0">
              <a:spcBef>
                <a:spcPct val="30000"/>
              </a:spcBef>
              <a:defRPr sz="1200">
                <a:solidFill>
                  <a:schemeClr val="tx1"/>
                </a:solidFill>
                <a:latin typeface="Times" pitchFamily="12" charset="0"/>
              </a:defRPr>
            </a:lvl3pPr>
            <a:lvl4pPr marL="1600200" indent="-228600" eaLnBrk="0" hangingPunct="0">
              <a:spcBef>
                <a:spcPct val="30000"/>
              </a:spcBef>
              <a:defRPr sz="1200">
                <a:solidFill>
                  <a:schemeClr val="tx1"/>
                </a:solidFill>
                <a:latin typeface="Times" pitchFamily="12" charset="0"/>
              </a:defRPr>
            </a:lvl4pPr>
            <a:lvl5pPr marL="2057400" indent="-228600" eaLnBrk="0" hangingPunct="0">
              <a:spcBef>
                <a:spcPct val="30000"/>
              </a:spcBef>
              <a:defRPr sz="1200">
                <a:solidFill>
                  <a:schemeClr val="tx1"/>
                </a:solidFill>
                <a:latin typeface="Times" pitchFamily="12" charset="0"/>
              </a:defRPr>
            </a:lvl5pPr>
            <a:lvl6pPr marL="2514600" indent="-228600" eaLnBrk="0" fontAlgn="base" hangingPunct="0">
              <a:spcBef>
                <a:spcPct val="30000"/>
              </a:spcBef>
              <a:spcAft>
                <a:spcPct val="0"/>
              </a:spcAft>
              <a:defRPr sz="1200">
                <a:solidFill>
                  <a:schemeClr val="tx1"/>
                </a:solidFill>
                <a:latin typeface="Times" pitchFamily="12" charset="0"/>
              </a:defRPr>
            </a:lvl6pPr>
            <a:lvl7pPr marL="2971800" indent="-228600" eaLnBrk="0" fontAlgn="base" hangingPunct="0">
              <a:spcBef>
                <a:spcPct val="30000"/>
              </a:spcBef>
              <a:spcAft>
                <a:spcPct val="0"/>
              </a:spcAft>
              <a:defRPr sz="1200">
                <a:solidFill>
                  <a:schemeClr val="tx1"/>
                </a:solidFill>
                <a:latin typeface="Times" pitchFamily="12" charset="0"/>
              </a:defRPr>
            </a:lvl7pPr>
            <a:lvl8pPr marL="3429000" indent="-228600" eaLnBrk="0" fontAlgn="base" hangingPunct="0">
              <a:spcBef>
                <a:spcPct val="30000"/>
              </a:spcBef>
              <a:spcAft>
                <a:spcPct val="0"/>
              </a:spcAft>
              <a:defRPr sz="1200">
                <a:solidFill>
                  <a:schemeClr val="tx1"/>
                </a:solidFill>
                <a:latin typeface="Times" pitchFamily="12" charset="0"/>
              </a:defRPr>
            </a:lvl8pPr>
            <a:lvl9pPr marL="3886200" indent="-228600" eaLnBrk="0" fontAlgn="base" hangingPunct="0">
              <a:spcBef>
                <a:spcPct val="30000"/>
              </a:spcBef>
              <a:spcAft>
                <a:spcPct val="0"/>
              </a:spcAft>
              <a:defRPr sz="1200">
                <a:solidFill>
                  <a:schemeClr val="tx1"/>
                </a:solidFill>
                <a:latin typeface="Times" pitchFamily="12" charset="0"/>
              </a:defRPr>
            </a:lvl9pPr>
          </a:lstStyle>
          <a:p>
            <a:pPr>
              <a:spcBef>
                <a:spcPct val="0"/>
              </a:spcBef>
            </a:pPr>
            <a:fld id="{D8315A35-A142-4390-9FD4-F82D85B400EC}" type="slidenum">
              <a:rPr lang="en-GB" altLang="en-US" smtClean="0"/>
              <a:pPr>
                <a:spcBef>
                  <a:spcPct val="0"/>
                </a:spcBef>
              </a:pPr>
              <a:t>26</a:t>
            </a:fld>
            <a:endParaRPr lang="en-GB" altLang="en-US"/>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12" charset="0"/>
            </a:endParaRPr>
          </a:p>
        </p:txBody>
      </p:sp>
    </p:spTree>
    <p:extLst>
      <p:ext uri="{BB962C8B-B14F-4D97-AF65-F5344CB8AC3E}">
        <p14:creationId xmlns:p14="http://schemas.microsoft.com/office/powerpoint/2010/main" val="12156512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Times" pitchFamily="12" charset="0"/>
              </a:defRPr>
            </a:lvl1pPr>
            <a:lvl2pPr marL="742950" indent="-285750" eaLnBrk="0" hangingPunct="0">
              <a:spcBef>
                <a:spcPct val="30000"/>
              </a:spcBef>
              <a:defRPr sz="1200">
                <a:solidFill>
                  <a:schemeClr val="tx1"/>
                </a:solidFill>
                <a:latin typeface="Times" pitchFamily="12" charset="0"/>
              </a:defRPr>
            </a:lvl2pPr>
            <a:lvl3pPr marL="1143000" indent="-228600" eaLnBrk="0" hangingPunct="0">
              <a:spcBef>
                <a:spcPct val="30000"/>
              </a:spcBef>
              <a:defRPr sz="1200">
                <a:solidFill>
                  <a:schemeClr val="tx1"/>
                </a:solidFill>
                <a:latin typeface="Times" pitchFamily="12" charset="0"/>
              </a:defRPr>
            </a:lvl3pPr>
            <a:lvl4pPr marL="1600200" indent="-228600" eaLnBrk="0" hangingPunct="0">
              <a:spcBef>
                <a:spcPct val="30000"/>
              </a:spcBef>
              <a:defRPr sz="1200">
                <a:solidFill>
                  <a:schemeClr val="tx1"/>
                </a:solidFill>
                <a:latin typeface="Times" pitchFamily="12" charset="0"/>
              </a:defRPr>
            </a:lvl4pPr>
            <a:lvl5pPr marL="2057400" indent="-228600" eaLnBrk="0" hangingPunct="0">
              <a:spcBef>
                <a:spcPct val="30000"/>
              </a:spcBef>
              <a:defRPr sz="1200">
                <a:solidFill>
                  <a:schemeClr val="tx1"/>
                </a:solidFill>
                <a:latin typeface="Times" pitchFamily="12" charset="0"/>
              </a:defRPr>
            </a:lvl5pPr>
            <a:lvl6pPr marL="2514600" indent="-228600" eaLnBrk="0" fontAlgn="base" hangingPunct="0">
              <a:spcBef>
                <a:spcPct val="30000"/>
              </a:spcBef>
              <a:spcAft>
                <a:spcPct val="0"/>
              </a:spcAft>
              <a:defRPr sz="1200">
                <a:solidFill>
                  <a:schemeClr val="tx1"/>
                </a:solidFill>
                <a:latin typeface="Times" pitchFamily="12" charset="0"/>
              </a:defRPr>
            </a:lvl6pPr>
            <a:lvl7pPr marL="2971800" indent="-228600" eaLnBrk="0" fontAlgn="base" hangingPunct="0">
              <a:spcBef>
                <a:spcPct val="30000"/>
              </a:spcBef>
              <a:spcAft>
                <a:spcPct val="0"/>
              </a:spcAft>
              <a:defRPr sz="1200">
                <a:solidFill>
                  <a:schemeClr val="tx1"/>
                </a:solidFill>
                <a:latin typeface="Times" pitchFamily="12" charset="0"/>
              </a:defRPr>
            </a:lvl7pPr>
            <a:lvl8pPr marL="3429000" indent="-228600" eaLnBrk="0" fontAlgn="base" hangingPunct="0">
              <a:spcBef>
                <a:spcPct val="30000"/>
              </a:spcBef>
              <a:spcAft>
                <a:spcPct val="0"/>
              </a:spcAft>
              <a:defRPr sz="1200">
                <a:solidFill>
                  <a:schemeClr val="tx1"/>
                </a:solidFill>
                <a:latin typeface="Times" pitchFamily="12" charset="0"/>
              </a:defRPr>
            </a:lvl8pPr>
            <a:lvl9pPr marL="3886200" indent="-228600" eaLnBrk="0" fontAlgn="base" hangingPunct="0">
              <a:spcBef>
                <a:spcPct val="30000"/>
              </a:spcBef>
              <a:spcAft>
                <a:spcPct val="0"/>
              </a:spcAft>
              <a:defRPr sz="1200">
                <a:solidFill>
                  <a:schemeClr val="tx1"/>
                </a:solidFill>
                <a:latin typeface="Times" pitchFamily="12" charset="0"/>
              </a:defRPr>
            </a:lvl9pPr>
          </a:lstStyle>
          <a:p>
            <a:pPr>
              <a:spcBef>
                <a:spcPct val="0"/>
              </a:spcBef>
            </a:pPr>
            <a:fld id="{69C086C2-A945-4FB0-8677-F2DDC8BA9C03}" type="slidenum">
              <a:rPr lang="en-GB" altLang="en-US" smtClean="0"/>
              <a:pPr>
                <a:spcBef>
                  <a:spcPct val="0"/>
                </a:spcBef>
              </a:pPr>
              <a:t>27</a:t>
            </a:fld>
            <a:endParaRPr lang="en-GB" altLang="en-US"/>
          </a:p>
        </p:txBody>
      </p:sp>
      <p:sp>
        <p:nvSpPr>
          <p:cNvPr id="107523" name="Rectangle 2"/>
          <p:cNvSpPr>
            <a:spLocks noGrp="1" noRot="1" noChangeAspect="1" noChangeArrowheads="1" noTextEdit="1"/>
          </p:cNvSpPr>
          <p:nvPr>
            <p:ph type="sldImg"/>
          </p:nvPr>
        </p:nvSpPr>
        <p:spPr>
          <a:xfrm>
            <a:off x="1028700" y="749300"/>
            <a:ext cx="4572000" cy="3429000"/>
          </a:xfrm>
          <a:ln/>
        </p:spPr>
      </p:sp>
      <p:sp>
        <p:nvSpPr>
          <p:cNvPr id="107524" name="Rectangle 3"/>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Times" pitchFamily="12" charset="0"/>
            </a:endParaRPr>
          </a:p>
        </p:txBody>
      </p:sp>
    </p:spTree>
    <p:extLst>
      <p:ext uri="{BB962C8B-B14F-4D97-AF65-F5344CB8AC3E}">
        <p14:creationId xmlns:p14="http://schemas.microsoft.com/office/powerpoint/2010/main" val="30496485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E"/>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IE"/>
          </a:p>
        </p:txBody>
      </p:sp>
      <p:sp>
        <p:nvSpPr>
          <p:cNvPr id="4" name="Rectangle 4"/>
          <p:cNvSpPr>
            <a:spLocks noGrp="1" noChangeArrowheads="1"/>
          </p:cNvSpPr>
          <p:nvPr>
            <p:ph type="sldNum" sz="quarter" idx="10"/>
          </p:nvPr>
        </p:nvSpPr>
        <p:spPr/>
        <p:txBody>
          <a:bodyPr/>
          <a:lstStyle>
            <a:lvl1pPr>
              <a:defRPr/>
            </a:lvl1pPr>
          </a:lstStyle>
          <a:p>
            <a:pPr>
              <a:defRPr/>
            </a:pPr>
            <a:r>
              <a:rPr lang="en-IE"/>
              <a:t> </a:t>
            </a:r>
          </a:p>
        </p:txBody>
      </p:sp>
    </p:spTree>
    <p:extLst>
      <p:ext uri="{BB962C8B-B14F-4D97-AF65-F5344CB8AC3E}">
        <p14:creationId xmlns:p14="http://schemas.microsoft.com/office/powerpoint/2010/main" val="33015149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Rectangle 4"/>
          <p:cNvSpPr>
            <a:spLocks noGrp="1" noChangeArrowheads="1"/>
          </p:cNvSpPr>
          <p:nvPr>
            <p:ph type="sldNum" sz="quarter" idx="10"/>
          </p:nvPr>
        </p:nvSpPr>
        <p:spPr>
          <a:ln/>
        </p:spPr>
        <p:txBody>
          <a:bodyPr/>
          <a:lstStyle>
            <a:lvl1pPr>
              <a:defRPr/>
            </a:lvl1pPr>
          </a:lstStyle>
          <a:p>
            <a:pPr>
              <a:defRPr/>
            </a:pPr>
            <a:r>
              <a:rPr lang="en-IE"/>
              <a:t> Slide </a:t>
            </a:r>
            <a:fld id="{B20E48F1-442D-415E-BEBE-FB09171073EE}" type="slidenum">
              <a:rPr lang="en-IE"/>
              <a:pPr>
                <a:defRPr/>
              </a:pPr>
              <a:t>‹#›</a:t>
            </a:fld>
            <a:endParaRPr lang="en-IE"/>
          </a:p>
        </p:txBody>
      </p:sp>
    </p:spTree>
    <p:extLst>
      <p:ext uri="{BB962C8B-B14F-4D97-AF65-F5344CB8AC3E}">
        <p14:creationId xmlns:p14="http://schemas.microsoft.com/office/powerpoint/2010/main" val="11928220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E"/>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sldNum" sz="quarter" idx="10"/>
          </p:nvPr>
        </p:nvSpPr>
        <p:spPr>
          <a:ln/>
        </p:spPr>
        <p:txBody>
          <a:bodyPr/>
          <a:lstStyle>
            <a:lvl1pPr>
              <a:defRPr/>
            </a:lvl1pPr>
          </a:lstStyle>
          <a:p>
            <a:pPr>
              <a:defRPr/>
            </a:pPr>
            <a:r>
              <a:rPr lang="en-IE"/>
              <a:t> Slide </a:t>
            </a:r>
            <a:fld id="{A3647463-DDA5-4BF7-9F9A-A28AA8EB401B}" type="slidenum">
              <a:rPr lang="en-IE"/>
              <a:pPr>
                <a:defRPr/>
              </a:pPr>
              <a:t>‹#›</a:t>
            </a:fld>
            <a:endParaRPr lang="en-IE"/>
          </a:p>
        </p:txBody>
      </p:sp>
    </p:spTree>
    <p:extLst>
      <p:ext uri="{BB962C8B-B14F-4D97-AF65-F5344CB8AC3E}">
        <p14:creationId xmlns:p14="http://schemas.microsoft.com/office/powerpoint/2010/main" val="18904254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Rectangle 4"/>
          <p:cNvSpPr>
            <a:spLocks noGrp="1" noChangeArrowheads="1"/>
          </p:cNvSpPr>
          <p:nvPr>
            <p:ph type="sldNum" sz="quarter" idx="10"/>
          </p:nvPr>
        </p:nvSpPr>
        <p:spPr>
          <a:ln/>
        </p:spPr>
        <p:txBody>
          <a:bodyPr/>
          <a:lstStyle>
            <a:lvl1pPr>
              <a:defRPr/>
            </a:lvl1pPr>
          </a:lstStyle>
          <a:p>
            <a:pPr>
              <a:defRPr/>
            </a:pPr>
            <a:r>
              <a:rPr lang="en-IE"/>
              <a:t> Slide </a:t>
            </a:r>
            <a:fld id="{026F43BA-B8C0-4428-980E-3AF3F6BB60FD}" type="slidenum">
              <a:rPr lang="en-IE"/>
              <a:pPr>
                <a:defRPr/>
              </a:pPr>
              <a:t>‹#›</a:t>
            </a:fld>
            <a:endParaRPr lang="en-IE"/>
          </a:p>
        </p:txBody>
      </p:sp>
    </p:spTree>
    <p:extLst>
      <p:ext uri="{BB962C8B-B14F-4D97-AF65-F5344CB8AC3E}">
        <p14:creationId xmlns:p14="http://schemas.microsoft.com/office/powerpoint/2010/main" val="2846902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E"/>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Rectangle 4"/>
          <p:cNvSpPr>
            <a:spLocks noGrp="1" noChangeArrowheads="1"/>
          </p:cNvSpPr>
          <p:nvPr>
            <p:ph type="sldNum" sz="quarter" idx="10"/>
          </p:nvPr>
        </p:nvSpPr>
        <p:spPr>
          <a:ln/>
        </p:spPr>
        <p:txBody>
          <a:bodyPr/>
          <a:lstStyle>
            <a:lvl1pPr>
              <a:defRPr/>
            </a:lvl1pPr>
          </a:lstStyle>
          <a:p>
            <a:pPr>
              <a:defRPr/>
            </a:pPr>
            <a:r>
              <a:rPr lang="en-IE"/>
              <a:t> Slide </a:t>
            </a:r>
            <a:fld id="{2684A220-DF5E-4E61-8507-488D6FE87923}" type="slidenum">
              <a:rPr lang="en-IE"/>
              <a:pPr>
                <a:defRPr/>
              </a:pPr>
              <a:t>‹#›</a:t>
            </a:fld>
            <a:endParaRPr lang="en-IE"/>
          </a:p>
        </p:txBody>
      </p:sp>
    </p:spTree>
    <p:extLst>
      <p:ext uri="{BB962C8B-B14F-4D97-AF65-F5344CB8AC3E}">
        <p14:creationId xmlns:p14="http://schemas.microsoft.com/office/powerpoint/2010/main" val="22720899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Rectangle 4"/>
          <p:cNvSpPr>
            <a:spLocks noGrp="1" noChangeArrowheads="1"/>
          </p:cNvSpPr>
          <p:nvPr>
            <p:ph type="sldNum" sz="quarter" idx="10"/>
          </p:nvPr>
        </p:nvSpPr>
        <p:spPr>
          <a:ln/>
        </p:spPr>
        <p:txBody>
          <a:bodyPr/>
          <a:lstStyle>
            <a:lvl1pPr>
              <a:defRPr/>
            </a:lvl1pPr>
          </a:lstStyle>
          <a:p>
            <a:pPr>
              <a:defRPr/>
            </a:pPr>
            <a:r>
              <a:rPr lang="en-IE"/>
              <a:t> Slide </a:t>
            </a:r>
            <a:fld id="{141A6A58-C8D8-4532-B623-F11F11247A18}" type="slidenum">
              <a:rPr lang="en-IE"/>
              <a:pPr>
                <a:defRPr/>
              </a:pPr>
              <a:t>‹#›</a:t>
            </a:fld>
            <a:endParaRPr lang="en-IE"/>
          </a:p>
        </p:txBody>
      </p:sp>
    </p:spTree>
    <p:extLst>
      <p:ext uri="{BB962C8B-B14F-4D97-AF65-F5344CB8AC3E}">
        <p14:creationId xmlns:p14="http://schemas.microsoft.com/office/powerpoint/2010/main" val="36797257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sldNum" sz="quarter" idx="10"/>
          </p:nvPr>
        </p:nvSpPr>
        <p:spPr>
          <a:ln/>
        </p:spPr>
        <p:txBody>
          <a:bodyPr/>
          <a:lstStyle>
            <a:lvl1pPr>
              <a:defRPr/>
            </a:lvl1pPr>
          </a:lstStyle>
          <a:p>
            <a:pPr>
              <a:defRPr/>
            </a:pPr>
            <a:r>
              <a:rPr lang="en-IE"/>
              <a:t> Slide </a:t>
            </a:r>
            <a:fld id="{40CEDAF6-9CA8-413F-85D8-4B95C8480906}" type="slidenum">
              <a:rPr lang="en-IE"/>
              <a:pPr>
                <a:defRPr/>
              </a:pPr>
              <a:t>‹#›</a:t>
            </a:fld>
            <a:endParaRPr lang="en-IE"/>
          </a:p>
        </p:txBody>
      </p:sp>
    </p:spTree>
    <p:extLst>
      <p:ext uri="{BB962C8B-B14F-4D97-AF65-F5344CB8AC3E}">
        <p14:creationId xmlns:p14="http://schemas.microsoft.com/office/powerpoint/2010/main" val="891917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E"/>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sldNum" sz="quarter" idx="10"/>
          </p:nvPr>
        </p:nvSpPr>
        <p:spPr>
          <a:ln/>
        </p:spPr>
        <p:txBody>
          <a:bodyPr/>
          <a:lstStyle>
            <a:lvl1pPr>
              <a:defRPr/>
            </a:lvl1pPr>
          </a:lstStyle>
          <a:p>
            <a:pPr>
              <a:defRPr/>
            </a:pPr>
            <a:r>
              <a:rPr lang="en-IE"/>
              <a:t> Slide </a:t>
            </a:r>
            <a:fld id="{F8641255-344E-47B7-871E-E211BD8F145C}" type="slidenum">
              <a:rPr lang="en-IE"/>
              <a:pPr>
                <a:defRPr/>
              </a:pPr>
              <a:t>‹#›</a:t>
            </a:fld>
            <a:endParaRPr lang="en-IE"/>
          </a:p>
        </p:txBody>
      </p:sp>
    </p:spTree>
    <p:extLst>
      <p:ext uri="{BB962C8B-B14F-4D97-AF65-F5344CB8AC3E}">
        <p14:creationId xmlns:p14="http://schemas.microsoft.com/office/powerpoint/2010/main" val="9735711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E"/>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E"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sldNum" sz="quarter" idx="10"/>
          </p:nvPr>
        </p:nvSpPr>
        <p:spPr>
          <a:ln/>
        </p:spPr>
        <p:txBody>
          <a:bodyPr/>
          <a:lstStyle>
            <a:lvl1pPr>
              <a:defRPr/>
            </a:lvl1pPr>
          </a:lstStyle>
          <a:p>
            <a:pPr>
              <a:defRPr/>
            </a:pPr>
            <a:r>
              <a:rPr lang="en-IE"/>
              <a:t> Slide </a:t>
            </a:r>
            <a:fld id="{7E14D31E-8EFF-429B-878C-1F8C4ACC449E}" type="slidenum">
              <a:rPr lang="en-IE"/>
              <a:pPr>
                <a:defRPr/>
              </a:pPr>
              <a:t>‹#›</a:t>
            </a:fld>
            <a:endParaRPr lang="en-IE"/>
          </a:p>
        </p:txBody>
      </p:sp>
    </p:spTree>
    <p:extLst>
      <p:ext uri="{BB962C8B-B14F-4D97-AF65-F5344CB8AC3E}">
        <p14:creationId xmlns:p14="http://schemas.microsoft.com/office/powerpoint/2010/main" val="21801848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Rectangle 4"/>
          <p:cNvSpPr>
            <a:spLocks noGrp="1" noChangeArrowheads="1"/>
          </p:cNvSpPr>
          <p:nvPr>
            <p:ph type="sldNum" sz="quarter" idx="10"/>
          </p:nvPr>
        </p:nvSpPr>
        <p:spPr>
          <a:ln/>
        </p:spPr>
        <p:txBody>
          <a:bodyPr/>
          <a:lstStyle>
            <a:lvl1pPr>
              <a:defRPr/>
            </a:lvl1pPr>
          </a:lstStyle>
          <a:p>
            <a:pPr>
              <a:defRPr/>
            </a:pPr>
            <a:r>
              <a:rPr lang="en-IE"/>
              <a:t> Slide </a:t>
            </a:r>
            <a:fld id="{7CDAB199-4F58-43AE-BA49-971124400C22}" type="slidenum">
              <a:rPr lang="en-IE"/>
              <a:pPr>
                <a:defRPr/>
              </a:pPr>
              <a:t>‹#›</a:t>
            </a:fld>
            <a:endParaRPr lang="en-IE"/>
          </a:p>
        </p:txBody>
      </p:sp>
    </p:spTree>
    <p:extLst>
      <p:ext uri="{BB962C8B-B14F-4D97-AF65-F5344CB8AC3E}">
        <p14:creationId xmlns:p14="http://schemas.microsoft.com/office/powerpoint/2010/main" val="21047056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E"/>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Rectangle 4"/>
          <p:cNvSpPr>
            <a:spLocks noGrp="1" noChangeArrowheads="1"/>
          </p:cNvSpPr>
          <p:nvPr>
            <p:ph type="sldNum" sz="quarter" idx="10"/>
          </p:nvPr>
        </p:nvSpPr>
        <p:spPr/>
        <p:txBody>
          <a:bodyPr/>
          <a:lstStyle>
            <a:lvl1pPr>
              <a:defRPr/>
            </a:lvl1pPr>
          </a:lstStyle>
          <a:p>
            <a:pPr>
              <a:defRPr/>
            </a:pPr>
            <a:r>
              <a:rPr lang="en-IE"/>
              <a:t>    Slide </a:t>
            </a:r>
            <a:fld id="{6A724012-C724-46F9-AB9A-27BC44583B70}" type="slidenum">
              <a:rPr lang="en-IE"/>
              <a:pPr>
                <a:defRPr/>
              </a:pPr>
              <a:t>‹#›</a:t>
            </a:fld>
            <a:endParaRPr lang="en-IE"/>
          </a:p>
        </p:txBody>
      </p:sp>
    </p:spTree>
    <p:extLst>
      <p:ext uri="{BB962C8B-B14F-4D97-AF65-F5344CB8AC3E}">
        <p14:creationId xmlns:p14="http://schemas.microsoft.com/office/powerpoint/2010/main" val="3588286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IE" alt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IE" altLang="en-US"/>
              <a:t>Click to edit Master text styles</a:t>
            </a:r>
          </a:p>
          <a:p>
            <a:pPr lvl="1"/>
            <a:r>
              <a:rPr lang="en-IE" altLang="en-US"/>
              <a:t>Second level</a:t>
            </a:r>
          </a:p>
          <a:p>
            <a:pPr lvl="2"/>
            <a:r>
              <a:rPr lang="en-IE" altLang="en-US"/>
              <a:t>Third level</a:t>
            </a:r>
          </a:p>
          <a:p>
            <a:pPr lvl="3"/>
            <a:r>
              <a:rPr lang="en-IE" altLang="en-US"/>
              <a:t>Fourth level</a:t>
            </a:r>
          </a:p>
          <a:p>
            <a:pPr lvl="4"/>
            <a:r>
              <a:rPr lang="en-IE" altLang="en-US"/>
              <a:t>Fifth level</a:t>
            </a:r>
          </a:p>
        </p:txBody>
      </p:sp>
      <p:sp>
        <p:nvSpPr>
          <p:cNvPr id="236548" name="Rectangle 4"/>
          <p:cNvSpPr>
            <a:spLocks noGrp="1" noChangeArrowheads="1"/>
          </p:cNvSpPr>
          <p:nvPr>
            <p:ph type="sldNum" sz="quarter" idx="4"/>
          </p:nvPr>
        </p:nvSpPr>
        <p:spPr bwMode="auto">
          <a:xfrm>
            <a:off x="6877050" y="6245225"/>
            <a:ext cx="180975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Verdana" pitchFamily="34" charset="0"/>
              </a:defRPr>
            </a:lvl1pPr>
          </a:lstStyle>
          <a:p>
            <a:pPr>
              <a:defRPr/>
            </a:pPr>
            <a:r>
              <a:rPr lang="en-IE"/>
              <a:t> Slide </a:t>
            </a:r>
            <a:fld id="{CA1BFF7E-A299-4507-9FBC-DA3E8FAF9107}" type="slidenum">
              <a:rPr lang="en-IE"/>
              <a:pPr>
                <a:defRPr/>
              </a:pPr>
              <a:t>‹#›</a:t>
            </a:fld>
            <a:endParaRPr lang="en-IE"/>
          </a:p>
        </p:txBody>
      </p:sp>
      <p:sp>
        <p:nvSpPr>
          <p:cNvPr id="1029" name="Text Box 5"/>
          <p:cNvSpPr txBox="1">
            <a:spLocks noChangeArrowheads="1"/>
          </p:cNvSpPr>
          <p:nvPr/>
        </p:nvSpPr>
        <p:spPr bwMode="auto">
          <a:xfrm>
            <a:off x="1042988" y="6237288"/>
            <a:ext cx="5688012"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eaLnBrk="0" hangingPunct="0">
              <a:defRPr sz="3600">
                <a:solidFill>
                  <a:schemeClr val="tx1"/>
                </a:solidFill>
                <a:latin typeface="Arial" charset="0"/>
              </a:defRPr>
            </a:lvl1pPr>
            <a:lvl2pPr marL="742950" indent="-285750" eaLnBrk="0" hangingPunct="0">
              <a:defRPr sz="3600">
                <a:solidFill>
                  <a:schemeClr val="tx1"/>
                </a:solidFill>
                <a:latin typeface="Arial" charset="0"/>
              </a:defRPr>
            </a:lvl2pPr>
            <a:lvl3pPr marL="1143000" indent="-228600" eaLnBrk="0" hangingPunct="0">
              <a:defRPr sz="3600">
                <a:solidFill>
                  <a:schemeClr val="tx1"/>
                </a:solidFill>
                <a:latin typeface="Arial" charset="0"/>
              </a:defRPr>
            </a:lvl3pPr>
            <a:lvl4pPr marL="1600200" indent="-228600" eaLnBrk="0" hangingPunct="0">
              <a:defRPr sz="3600">
                <a:solidFill>
                  <a:schemeClr val="tx1"/>
                </a:solidFill>
                <a:latin typeface="Arial" charset="0"/>
              </a:defRPr>
            </a:lvl4pPr>
            <a:lvl5pPr marL="2057400" indent="-228600" eaLnBrk="0" hangingPunct="0">
              <a:defRPr sz="3600">
                <a:solidFill>
                  <a:schemeClr val="tx1"/>
                </a:solidFill>
                <a:latin typeface="Arial" charset="0"/>
              </a:defRPr>
            </a:lvl5pPr>
            <a:lvl6pPr marL="2514600" indent="-228600" eaLnBrk="0" fontAlgn="base" hangingPunct="0">
              <a:spcBef>
                <a:spcPct val="0"/>
              </a:spcBef>
              <a:spcAft>
                <a:spcPct val="0"/>
              </a:spcAft>
              <a:defRPr sz="3600">
                <a:solidFill>
                  <a:schemeClr val="tx1"/>
                </a:solidFill>
                <a:latin typeface="Arial" charset="0"/>
              </a:defRPr>
            </a:lvl6pPr>
            <a:lvl7pPr marL="2971800" indent="-228600" eaLnBrk="0" fontAlgn="base" hangingPunct="0">
              <a:spcBef>
                <a:spcPct val="0"/>
              </a:spcBef>
              <a:spcAft>
                <a:spcPct val="0"/>
              </a:spcAft>
              <a:defRPr sz="3600">
                <a:solidFill>
                  <a:schemeClr val="tx1"/>
                </a:solidFill>
                <a:latin typeface="Arial" charset="0"/>
              </a:defRPr>
            </a:lvl7pPr>
            <a:lvl8pPr marL="3429000" indent="-228600" eaLnBrk="0" fontAlgn="base" hangingPunct="0">
              <a:spcBef>
                <a:spcPct val="0"/>
              </a:spcBef>
              <a:spcAft>
                <a:spcPct val="0"/>
              </a:spcAft>
              <a:defRPr sz="3600">
                <a:solidFill>
                  <a:schemeClr val="tx1"/>
                </a:solidFill>
                <a:latin typeface="Arial" charset="0"/>
              </a:defRPr>
            </a:lvl8pPr>
            <a:lvl9pPr marL="3886200" indent="-228600" eaLnBrk="0" fontAlgn="base" hangingPunct="0">
              <a:spcBef>
                <a:spcPct val="0"/>
              </a:spcBef>
              <a:spcAft>
                <a:spcPct val="0"/>
              </a:spcAft>
              <a:defRPr sz="3600">
                <a:solidFill>
                  <a:schemeClr val="tx1"/>
                </a:solidFill>
                <a:latin typeface="Arial" charset="0"/>
              </a:defRPr>
            </a:lvl9pPr>
          </a:lstStyle>
          <a:p>
            <a:pPr>
              <a:lnSpc>
                <a:spcPct val="130000"/>
              </a:lnSpc>
              <a:defRPr/>
            </a:pPr>
            <a:r>
              <a:rPr lang="en-IE" altLang="en-US" sz="1200" b="1">
                <a:solidFill>
                  <a:srgbClr val="333366"/>
                </a:solidFill>
                <a:latin typeface="Verdana" pitchFamily="34" charset="0"/>
              </a:rPr>
              <a:t>              	 		</a:t>
            </a:r>
            <a:r>
              <a:rPr lang="en-IE" altLang="en-US" sz="1200" b="1">
                <a:solidFill>
                  <a:srgbClr val="143A6E"/>
                </a:solidFill>
              </a:rPr>
              <a:t> </a:t>
            </a:r>
            <a:endParaRPr lang="ga-IE" altLang="en-US" sz="1200" b="1">
              <a:solidFill>
                <a:srgbClr val="143A6E"/>
              </a:solidFill>
            </a:endParaRPr>
          </a:p>
          <a:p>
            <a:pPr>
              <a:lnSpc>
                <a:spcPct val="130000"/>
              </a:lnSpc>
              <a:defRPr/>
            </a:pPr>
            <a:endParaRPr lang="en-IE" altLang="en-US" sz="1200" b="1">
              <a:solidFill>
                <a:srgbClr val="143A6E"/>
              </a:solidFill>
              <a:latin typeface="Verdana" pitchFamily="34" charset="0"/>
            </a:endParaRPr>
          </a:p>
        </p:txBody>
      </p:sp>
      <p:pic>
        <p:nvPicPr>
          <p:cNvPr id="1030" name="Picture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68313" y="6021388"/>
            <a:ext cx="498475" cy="68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1" name="Rectangle 8"/>
          <p:cNvSpPr>
            <a:spLocks noChangeArrowheads="1"/>
          </p:cNvSpPr>
          <p:nvPr userDrawn="1"/>
        </p:nvSpPr>
        <p:spPr bwMode="auto">
          <a:xfrm>
            <a:off x="8797925" y="6551613"/>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600">
                <a:solidFill>
                  <a:schemeClr val="tx1"/>
                </a:solidFill>
                <a:latin typeface="Arial" charset="0"/>
              </a:defRPr>
            </a:lvl1pPr>
            <a:lvl2pPr marL="742950" indent="-285750" eaLnBrk="0" hangingPunct="0">
              <a:defRPr sz="3600">
                <a:solidFill>
                  <a:schemeClr val="tx1"/>
                </a:solidFill>
                <a:latin typeface="Arial" charset="0"/>
              </a:defRPr>
            </a:lvl2pPr>
            <a:lvl3pPr marL="1143000" indent="-228600" eaLnBrk="0" hangingPunct="0">
              <a:defRPr sz="3600">
                <a:solidFill>
                  <a:schemeClr val="tx1"/>
                </a:solidFill>
                <a:latin typeface="Arial" charset="0"/>
              </a:defRPr>
            </a:lvl3pPr>
            <a:lvl4pPr marL="1600200" indent="-228600" eaLnBrk="0" hangingPunct="0">
              <a:defRPr sz="3600">
                <a:solidFill>
                  <a:schemeClr val="tx1"/>
                </a:solidFill>
                <a:latin typeface="Arial" charset="0"/>
              </a:defRPr>
            </a:lvl4pPr>
            <a:lvl5pPr marL="2057400" indent="-228600" eaLnBrk="0" hangingPunct="0">
              <a:defRPr sz="3600">
                <a:solidFill>
                  <a:schemeClr val="tx1"/>
                </a:solidFill>
                <a:latin typeface="Arial" charset="0"/>
              </a:defRPr>
            </a:lvl5pPr>
            <a:lvl6pPr marL="2514600" indent="-228600" eaLnBrk="0" fontAlgn="base" hangingPunct="0">
              <a:spcBef>
                <a:spcPct val="0"/>
              </a:spcBef>
              <a:spcAft>
                <a:spcPct val="0"/>
              </a:spcAft>
              <a:defRPr sz="3600">
                <a:solidFill>
                  <a:schemeClr val="tx1"/>
                </a:solidFill>
                <a:latin typeface="Arial" charset="0"/>
              </a:defRPr>
            </a:lvl6pPr>
            <a:lvl7pPr marL="2971800" indent="-228600" eaLnBrk="0" fontAlgn="base" hangingPunct="0">
              <a:spcBef>
                <a:spcPct val="0"/>
              </a:spcBef>
              <a:spcAft>
                <a:spcPct val="0"/>
              </a:spcAft>
              <a:defRPr sz="3600">
                <a:solidFill>
                  <a:schemeClr val="tx1"/>
                </a:solidFill>
                <a:latin typeface="Arial" charset="0"/>
              </a:defRPr>
            </a:lvl7pPr>
            <a:lvl8pPr marL="3429000" indent="-228600" eaLnBrk="0" fontAlgn="base" hangingPunct="0">
              <a:spcBef>
                <a:spcPct val="0"/>
              </a:spcBef>
              <a:spcAft>
                <a:spcPct val="0"/>
              </a:spcAft>
              <a:defRPr sz="3600">
                <a:solidFill>
                  <a:schemeClr val="tx1"/>
                </a:solidFill>
                <a:latin typeface="Arial" charset="0"/>
              </a:defRPr>
            </a:lvl8pPr>
            <a:lvl9pPr marL="3886200" indent="-228600" eaLnBrk="0" fontAlgn="base" hangingPunct="0">
              <a:spcBef>
                <a:spcPct val="0"/>
              </a:spcBef>
              <a:spcAft>
                <a:spcPct val="0"/>
              </a:spcAft>
              <a:defRPr sz="3600">
                <a:solidFill>
                  <a:schemeClr val="tx1"/>
                </a:solidFill>
                <a:latin typeface="Arial" charset="0"/>
              </a:defRPr>
            </a:lvl9pPr>
          </a:lstStyle>
          <a:p>
            <a:pPr>
              <a:defRPr/>
            </a:pPr>
            <a:endParaRPr lang="en-GB" altLang="en-US" sz="2400">
              <a:latin typeface="Times" pitchFamily="12" charset="0"/>
            </a:endParaRPr>
          </a:p>
        </p:txBody>
      </p:sp>
    </p:spTree>
  </p:cSld>
  <p:clrMap bg1="lt1" tx1="dk1" bg2="lt2" tx2="dk2" accent1="accent1" accent2="accent2" accent3="accent3" accent4="accent4" accent5="accent5" accent6="accent6" hlink="hlink" folHlink="folHlink"/>
  <p:sldLayoutIdLst>
    <p:sldLayoutId id="214748376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4" r:id="rId11"/>
  </p:sldLayoutIdLst>
  <p:hf hdr="0" ftr="0" dt="0"/>
  <p:txStyles>
    <p:titleStyle>
      <a:lvl1pPr algn="ctr" rtl="0" eaLnBrk="0" fontAlgn="base" hangingPunct="0">
        <a:spcBef>
          <a:spcPct val="0"/>
        </a:spcBef>
        <a:spcAft>
          <a:spcPct val="0"/>
        </a:spcAft>
        <a:defRPr sz="3200">
          <a:solidFill>
            <a:srgbClr val="337FCC"/>
          </a:solidFill>
          <a:latin typeface="+mj-lt"/>
          <a:ea typeface="+mj-ea"/>
          <a:cs typeface="+mj-cs"/>
        </a:defRPr>
      </a:lvl1pPr>
      <a:lvl2pPr algn="ctr" rtl="0" eaLnBrk="0" fontAlgn="base" hangingPunct="0">
        <a:spcBef>
          <a:spcPct val="0"/>
        </a:spcBef>
        <a:spcAft>
          <a:spcPct val="0"/>
        </a:spcAft>
        <a:defRPr sz="3200">
          <a:solidFill>
            <a:srgbClr val="337FCC"/>
          </a:solidFill>
          <a:latin typeface="Arial" charset="0"/>
        </a:defRPr>
      </a:lvl2pPr>
      <a:lvl3pPr algn="ctr" rtl="0" eaLnBrk="0" fontAlgn="base" hangingPunct="0">
        <a:spcBef>
          <a:spcPct val="0"/>
        </a:spcBef>
        <a:spcAft>
          <a:spcPct val="0"/>
        </a:spcAft>
        <a:defRPr sz="3200">
          <a:solidFill>
            <a:srgbClr val="337FCC"/>
          </a:solidFill>
          <a:latin typeface="Arial" charset="0"/>
        </a:defRPr>
      </a:lvl3pPr>
      <a:lvl4pPr algn="ctr" rtl="0" eaLnBrk="0" fontAlgn="base" hangingPunct="0">
        <a:spcBef>
          <a:spcPct val="0"/>
        </a:spcBef>
        <a:spcAft>
          <a:spcPct val="0"/>
        </a:spcAft>
        <a:defRPr sz="3200">
          <a:solidFill>
            <a:srgbClr val="337FCC"/>
          </a:solidFill>
          <a:latin typeface="Arial" charset="0"/>
        </a:defRPr>
      </a:lvl4pPr>
      <a:lvl5pPr algn="ctr" rtl="0" eaLnBrk="0" fontAlgn="base" hangingPunct="0">
        <a:spcBef>
          <a:spcPct val="0"/>
        </a:spcBef>
        <a:spcAft>
          <a:spcPct val="0"/>
        </a:spcAft>
        <a:defRPr sz="3200">
          <a:solidFill>
            <a:srgbClr val="337FCC"/>
          </a:solidFill>
          <a:latin typeface="Arial" charset="0"/>
        </a:defRPr>
      </a:lvl5pPr>
      <a:lvl6pPr marL="457200" algn="ctr" rtl="0" fontAlgn="base">
        <a:spcBef>
          <a:spcPct val="0"/>
        </a:spcBef>
        <a:spcAft>
          <a:spcPct val="0"/>
        </a:spcAft>
        <a:defRPr sz="3200">
          <a:solidFill>
            <a:srgbClr val="337FCC"/>
          </a:solidFill>
          <a:latin typeface="Arial" charset="0"/>
        </a:defRPr>
      </a:lvl6pPr>
      <a:lvl7pPr marL="914400" algn="ctr" rtl="0" fontAlgn="base">
        <a:spcBef>
          <a:spcPct val="0"/>
        </a:spcBef>
        <a:spcAft>
          <a:spcPct val="0"/>
        </a:spcAft>
        <a:defRPr sz="3200">
          <a:solidFill>
            <a:srgbClr val="337FCC"/>
          </a:solidFill>
          <a:latin typeface="Arial" charset="0"/>
        </a:defRPr>
      </a:lvl7pPr>
      <a:lvl8pPr marL="1371600" algn="ctr" rtl="0" fontAlgn="base">
        <a:spcBef>
          <a:spcPct val="0"/>
        </a:spcBef>
        <a:spcAft>
          <a:spcPct val="0"/>
        </a:spcAft>
        <a:defRPr sz="3200">
          <a:solidFill>
            <a:srgbClr val="337FCC"/>
          </a:solidFill>
          <a:latin typeface="Arial" charset="0"/>
        </a:defRPr>
      </a:lvl8pPr>
      <a:lvl9pPr marL="1828800" algn="ctr" rtl="0" fontAlgn="base">
        <a:spcBef>
          <a:spcPct val="0"/>
        </a:spcBef>
        <a:spcAft>
          <a:spcPct val="0"/>
        </a:spcAft>
        <a:defRPr sz="3200">
          <a:solidFill>
            <a:srgbClr val="337FCC"/>
          </a:solidFill>
          <a:latin typeface="Arial" charset="0"/>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a:solidFill>
            <a:schemeClr val="tx1"/>
          </a:solidFill>
          <a:latin typeface="+mn-lt"/>
        </a:defRPr>
      </a:lvl6pPr>
      <a:lvl7pPr marL="2971800" indent="-228600" algn="l" rtl="0" fontAlgn="base">
        <a:spcBef>
          <a:spcPct val="20000"/>
        </a:spcBef>
        <a:spcAft>
          <a:spcPct val="0"/>
        </a:spcAft>
        <a:buChar char="»"/>
        <a:defRPr>
          <a:solidFill>
            <a:schemeClr val="tx1"/>
          </a:solidFill>
          <a:latin typeface="+mn-lt"/>
        </a:defRPr>
      </a:lvl7pPr>
      <a:lvl8pPr marL="3429000" indent="-228600" algn="l" rtl="0" fontAlgn="base">
        <a:spcBef>
          <a:spcPct val="20000"/>
        </a:spcBef>
        <a:spcAft>
          <a:spcPct val="0"/>
        </a:spcAft>
        <a:buChar char="»"/>
        <a:defRPr>
          <a:solidFill>
            <a:schemeClr val="tx1"/>
          </a:solidFill>
          <a:latin typeface="+mn-lt"/>
        </a:defRPr>
      </a:lvl8pPr>
      <a:lvl9pPr marL="3886200" indent="-228600" algn="l" rtl="0" fontAlgn="base">
        <a:spcBef>
          <a:spcPct val="2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www.youtube.com/watch?v=R-sGvh6tI04" TargetMode="External"/><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8.jpe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11.png"/><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2800">
                <a:solidFill>
                  <a:schemeClr val="tx1"/>
                </a:solidFill>
                <a:latin typeface="Verdana" pitchFamily="34" charset="0"/>
              </a:defRPr>
            </a:lvl1pPr>
            <a:lvl2pPr marL="742950" indent="-285750" eaLnBrk="0" hangingPunct="0">
              <a:spcBef>
                <a:spcPct val="20000"/>
              </a:spcBef>
              <a:buChar char="–"/>
              <a:defRPr sz="2400">
                <a:solidFill>
                  <a:schemeClr val="tx1"/>
                </a:solidFill>
                <a:latin typeface="Verdana" pitchFamily="34" charset="0"/>
              </a:defRPr>
            </a:lvl2pPr>
            <a:lvl3pPr marL="1143000" indent="-228600" eaLnBrk="0" hangingPunct="0">
              <a:spcBef>
                <a:spcPct val="20000"/>
              </a:spcBef>
              <a:buChar char="•"/>
              <a:defRPr sz="2000">
                <a:solidFill>
                  <a:schemeClr val="tx1"/>
                </a:solidFill>
                <a:latin typeface="Verdana" pitchFamily="34" charset="0"/>
              </a:defRPr>
            </a:lvl3pPr>
            <a:lvl4pPr marL="1600200" indent="-228600" eaLnBrk="0" hangingPunct="0">
              <a:spcBef>
                <a:spcPct val="20000"/>
              </a:spcBef>
              <a:buChar char="–"/>
              <a:defRPr sz="2000">
                <a:solidFill>
                  <a:schemeClr val="tx1"/>
                </a:solidFill>
                <a:latin typeface="Verdana" pitchFamily="34" charset="0"/>
              </a:defRPr>
            </a:lvl4pPr>
            <a:lvl5pPr marL="2057400" indent="-228600" eaLnBrk="0" hangingPunct="0">
              <a:spcBef>
                <a:spcPct val="20000"/>
              </a:spcBef>
              <a:buChar char="»"/>
              <a:defRPr sz="2000">
                <a:solidFill>
                  <a:schemeClr val="tx1"/>
                </a:solidFill>
                <a:latin typeface="Verdana" pitchFamily="34" charset="0"/>
              </a:defRPr>
            </a:lvl5pPr>
            <a:lvl6pPr marL="2514600" indent="-228600" eaLnBrk="0" fontAlgn="base" hangingPunct="0">
              <a:spcBef>
                <a:spcPct val="20000"/>
              </a:spcBef>
              <a:spcAft>
                <a:spcPct val="0"/>
              </a:spcAft>
              <a:buChar char="»"/>
              <a:defRPr sz="2000">
                <a:solidFill>
                  <a:schemeClr val="tx1"/>
                </a:solidFill>
                <a:latin typeface="Verdana" pitchFamily="34" charset="0"/>
              </a:defRPr>
            </a:lvl6pPr>
            <a:lvl7pPr marL="2971800" indent="-228600" eaLnBrk="0" fontAlgn="base" hangingPunct="0">
              <a:spcBef>
                <a:spcPct val="20000"/>
              </a:spcBef>
              <a:spcAft>
                <a:spcPct val="0"/>
              </a:spcAft>
              <a:buChar char="»"/>
              <a:defRPr sz="2000">
                <a:solidFill>
                  <a:schemeClr val="tx1"/>
                </a:solidFill>
                <a:latin typeface="Verdana" pitchFamily="34" charset="0"/>
              </a:defRPr>
            </a:lvl7pPr>
            <a:lvl8pPr marL="3429000" indent="-228600" eaLnBrk="0" fontAlgn="base" hangingPunct="0">
              <a:spcBef>
                <a:spcPct val="20000"/>
              </a:spcBef>
              <a:spcAft>
                <a:spcPct val="0"/>
              </a:spcAft>
              <a:buChar char="»"/>
              <a:defRPr sz="2000">
                <a:solidFill>
                  <a:schemeClr val="tx1"/>
                </a:solidFill>
                <a:latin typeface="Verdana" pitchFamily="34" charset="0"/>
              </a:defRPr>
            </a:lvl8pPr>
            <a:lvl9pPr marL="3886200" indent="-228600" eaLnBrk="0" fontAlgn="base" hangingPunct="0">
              <a:spcBef>
                <a:spcPct val="20000"/>
              </a:spcBef>
              <a:spcAft>
                <a:spcPct val="0"/>
              </a:spcAft>
              <a:buChar char="»"/>
              <a:defRPr sz="2000">
                <a:solidFill>
                  <a:schemeClr val="tx1"/>
                </a:solidFill>
                <a:latin typeface="Verdana" pitchFamily="34" charset="0"/>
              </a:defRPr>
            </a:lvl9pPr>
          </a:lstStyle>
          <a:p>
            <a:pPr eaLnBrk="1" hangingPunct="1">
              <a:spcBef>
                <a:spcPct val="0"/>
              </a:spcBef>
              <a:buFontTx/>
              <a:buNone/>
            </a:pPr>
            <a:fld id="{34748E2C-21AC-44AA-9742-F56BFBBA5CFA}" type="slidenum">
              <a:rPr lang="en-IE" altLang="en-US" sz="1200" smtClean="0"/>
              <a:pPr eaLnBrk="1" hangingPunct="1">
                <a:spcBef>
                  <a:spcPct val="0"/>
                </a:spcBef>
                <a:buFontTx/>
                <a:buNone/>
              </a:pPr>
              <a:t>1</a:t>
            </a:fld>
            <a:endParaRPr lang="en-IE" altLang="en-US" sz="1200" dirty="0"/>
          </a:p>
        </p:txBody>
      </p:sp>
      <p:sp>
        <p:nvSpPr>
          <p:cNvPr id="4099" name="Rectangle 2"/>
          <p:cNvSpPr>
            <a:spLocks noGrp="1" noChangeArrowheads="1"/>
          </p:cNvSpPr>
          <p:nvPr>
            <p:ph type="ctrTitle"/>
          </p:nvPr>
        </p:nvSpPr>
        <p:spPr>
          <a:xfrm>
            <a:off x="0" y="1625600"/>
            <a:ext cx="9144000" cy="579438"/>
          </a:xfrm>
        </p:spPr>
        <p:txBody>
          <a:bodyPr>
            <a:spAutoFit/>
          </a:bodyPr>
          <a:lstStyle/>
          <a:p>
            <a:pPr eaLnBrk="1" hangingPunct="1"/>
            <a:endParaRPr lang="en-GB" altLang="en-US" dirty="0"/>
          </a:p>
        </p:txBody>
      </p:sp>
      <p:sp>
        <p:nvSpPr>
          <p:cNvPr id="2" name="Rectangle 3"/>
          <p:cNvSpPr>
            <a:spLocks noGrp="1" noChangeArrowheads="1"/>
          </p:cNvSpPr>
          <p:nvPr>
            <p:ph type="subTitle" idx="1"/>
          </p:nvPr>
        </p:nvSpPr>
        <p:spPr>
          <a:xfrm>
            <a:off x="82550" y="2387600"/>
            <a:ext cx="8928100" cy="2108200"/>
          </a:xfrm>
        </p:spPr>
        <p:txBody>
          <a:bodyPr/>
          <a:lstStyle/>
          <a:p>
            <a:pPr eaLnBrk="1" hangingPunct="1"/>
            <a:r>
              <a:rPr lang="en-US" altLang="en-US" dirty="0"/>
              <a:t>Databases</a:t>
            </a:r>
          </a:p>
          <a:p>
            <a:pPr eaLnBrk="1" hangingPunct="1"/>
            <a:r>
              <a:rPr lang="en-IE" altLang="en-US" dirty="0"/>
              <a:t>Data Mining</a:t>
            </a:r>
          </a:p>
          <a:p>
            <a:pPr eaLnBrk="1" hangingPunct="1"/>
            <a:r>
              <a:rPr lang="en-IE" altLang="en-US" dirty="0"/>
              <a:t>Data Products</a:t>
            </a:r>
            <a:endParaRPr lang="en-US" altLang="en-US" dirty="0"/>
          </a:p>
        </p:txBody>
      </p:sp>
      <p:sp>
        <p:nvSpPr>
          <p:cNvPr id="4101" name="Rectangle 4"/>
          <p:cNvSpPr>
            <a:spLocks noChangeArrowheads="1"/>
          </p:cNvSpPr>
          <p:nvPr/>
        </p:nvSpPr>
        <p:spPr bwMode="auto">
          <a:xfrm>
            <a:off x="2879725" y="428625"/>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2800">
                <a:solidFill>
                  <a:schemeClr val="tx1"/>
                </a:solidFill>
                <a:latin typeface="Verdana" pitchFamily="34" charset="0"/>
              </a:defRPr>
            </a:lvl1pPr>
            <a:lvl2pPr marL="742950" indent="-285750" eaLnBrk="0" hangingPunct="0">
              <a:spcBef>
                <a:spcPct val="20000"/>
              </a:spcBef>
              <a:buChar char="–"/>
              <a:defRPr sz="2400">
                <a:solidFill>
                  <a:schemeClr val="tx1"/>
                </a:solidFill>
                <a:latin typeface="Verdana" pitchFamily="34" charset="0"/>
              </a:defRPr>
            </a:lvl2pPr>
            <a:lvl3pPr marL="1143000" indent="-228600" eaLnBrk="0" hangingPunct="0">
              <a:spcBef>
                <a:spcPct val="20000"/>
              </a:spcBef>
              <a:buChar char="•"/>
              <a:defRPr sz="2000">
                <a:solidFill>
                  <a:schemeClr val="tx1"/>
                </a:solidFill>
                <a:latin typeface="Verdana" pitchFamily="34" charset="0"/>
              </a:defRPr>
            </a:lvl3pPr>
            <a:lvl4pPr marL="1600200" indent="-228600" eaLnBrk="0" hangingPunct="0">
              <a:spcBef>
                <a:spcPct val="20000"/>
              </a:spcBef>
              <a:buChar char="–"/>
              <a:defRPr sz="2000">
                <a:solidFill>
                  <a:schemeClr val="tx1"/>
                </a:solidFill>
                <a:latin typeface="Verdana" pitchFamily="34" charset="0"/>
              </a:defRPr>
            </a:lvl4pPr>
            <a:lvl5pPr marL="2057400" indent="-228600" eaLnBrk="0" hangingPunct="0">
              <a:spcBef>
                <a:spcPct val="20000"/>
              </a:spcBef>
              <a:buChar char="»"/>
              <a:defRPr sz="2000">
                <a:solidFill>
                  <a:schemeClr val="tx1"/>
                </a:solidFill>
                <a:latin typeface="Verdana" pitchFamily="34" charset="0"/>
              </a:defRPr>
            </a:lvl5pPr>
            <a:lvl6pPr marL="2514600" indent="-228600" eaLnBrk="0" fontAlgn="base" hangingPunct="0">
              <a:spcBef>
                <a:spcPct val="20000"/>
              </a:spcBef>
              <a:spcAft>
                <a:spcPct val="0"/>
              </a:spcAft>
              <a:buChar char="»"/>
              <a:defRPr sz="2000">
                <a:solidFill>
                  <a:schemeClr val="tx1"/>
                </a:solidFill>
                <a:latin typeface="Verdana" pitchFamily="34" charset="0"/>
              </a:defRPr>
            </a:lvl6pPr>
            <a:lvl7pPr marL="2971800" indent="-228600" eaLnBrk="0" fontAlgn="base" hangingPunct="0">
              <a:spcBef>
                <a:spcPct val="20000"/>
              </a:spcBef>
              <a:spcAft>
                <a:spcPct val="0"/>
              </a:spcAft>
              <a:buChar char="»"/>
              <a:defRPr sz="2000">
                <a:solidFill>
                  <a:schemeClr val="tx1"/>
                </a:solidFill>
                <a:latin typeface="Verdana" pitchFamily="34" charset="0"/>
              </a:defRPr>
            </a:lvl7pPr>
            <a:lvl8pPr marL="3429000" indent="-228600" eaLnBrk="0" fontAlgn="base" hangingPunct="0">
              <a:spcBef>
                <a:spcPct val="20000"/>
              </a:spcBef>
              <a:spcAft>
                <a:spcPct val="0"/>
              </a:spcAft>
              <a:buChar char="»"/>
              <a:defRPr sz="2000">
                <a:solidFill>
                  <a:schemeClr val="tx1"/>
                </a:solidFill>
                <a:latin typeface="Verdana" pitchFamily="34" charset="0"/>
              </a:defRPr>
            </a:lvl8pPr>
            <a:lvl9pPr marL="3886200" indent="-228600" eaLnBrk="0" fontAlgn="base" hangingPunct="0">
              <a:spcBef>
                <a:spcPct val="20000"/>
              </a:spcBef>
              <a:spcAft>
                <a:spcPct val="0"/>
              </a:spcAft>
              <a:buChar char="»"/>
              <a:defRPr sz="2000">
                <a:solidFill>
                  <a:schemeClr val="tx1"/>
                </a:solidFill>
                <a:latin typeface="Verdana" pitchFamily="34" charset="0"/>
              </a:defRPr>
            </a:lvl9pPr>
          </a:lstStyle>
          <a:p>
            <a:pPr>
              <a:spcBef>
                <a:spcPct val="0"/>
              </a:spcBef>
              <a:buFontTx/>
              <a:buNone/>
            </a:pPr>
            <a:endParaRPr lang="en-GB" altLang="en-US" sz="2400" dirty="0">
              <a:latin typeface="Times" pitchFamily="12" charset="0"/>
            </a:endParaRPr>
          </a:p>
        </p:txBody>
      </p:sp>
      <p:pic>
        <p:nvPicPr>
          <p:cNvPr id="4102" name="Picture 5" descr="data_mining3.gi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23875" y="352425"/>
            <a:ext cx="2495550" cy="188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advTm="48522"/>
    </mc:Choice>
    <mc:Fallback xmlns="">
      <p:transition spd="slow" advTm="4852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F1CEA-D0BF-424B-A442-179B2E44E7B5}"/>
              </a:ext>
            </a:extLst>
          </p:cNvPr>
          <p:cNvSpPr>
            <a:spLocks noGrp="1"/>
          </p:cNvSpPr>
          <p:nvPr>
            <p:ph type="title"/>
          </p:nvPr>
        </p:nvSpPr>
        <p:spPr/>
        <p:txBody>
          <a:bodyPr/>
          <a:lstStyle/>
          <a:p>
            <a:r>
              <a:rPr lang="en-IE" dirty="0"/>
              <a:t>Database and Data Warehouse</a:t>
            </a:r>
            <a:endParaRPr lang="en-US" dirty="0"/>
          </a:p>
        </p:txBody>
      </p:sp>
      <p:sp>
        <p:nvSpPr>
          <p:cNvPr id="3" name="Content Placeholder 2">
            <a:extLst>
              <a:ext uri="{FF2B5EF4-FFF2-40B4-BE49-F238E27FC236}">
                <a16:creationId xmlns:a16="http://schemas.microsoft.com/office/drawing/2014/main" id="{A68EFC0E-7B1E-DC42-91E6-3E688BAC53EE}"/>
              </a:ext>
            </a:extLst>
          </p:cNvPr>
          <p:cNvSpPr>
            <a:spLocks noGrp="1"/>
          </p:cNvSpPr>
          <p:nvPr>
            <p:ph idx="1"/>
          </p:nvPr>
        </p:nvSpPr>
        <p:spPr/>
        <p:txBody>
          <a:bodyPr/>
          <a:lstStyle/>
          <a:p>
            <a:r>
              <a:rPr lang="en-IE" dirty="0"/>
              <a:t>A database is a software application that stores records and attributes</a:t>
            </a:r>
          </a:p>
          <a:p>
            <a:r>
              <a:rPr lang="en-IE" dirty="0"/>
              <a:t>A data warehouse is a database that collects a firm’s transactional and customer data in a single location for offline</a:t>
            </a:r>
            <a:endParaRPr lang="en-US" dirty="0"/>
          </a:p>
        </p:txBody>
      </p:sp>
      <p:sp>
        <p:nvSpPr>
          <p:cNvPr id="4" name="Slide Number Placeholder 3">
            <a:extLst>
              <a:ext uri="{FF2B5EF4-FFF2-40B4-BE49-F238E27FC236}">
                <a16:creationId xmlns:a16="http://schemas.microsoft.com/office/drawing/2014/main" id="{AA2F6FC5-CBFC-E94A-A835-1FFF30EA3670}"/>
              </a:ext>
            </a:extLst>
          </p:cNvPr>
          <p:cNvSpPr>
            <a:spLocks noGrp="1"/>
          </p:cNvSpPr>
          <p:nvPr>
            <p:ph type="sldNum" sz="quarter" idx="10"/>
          </p:nvPr>
        </p:nvSpPr>
        <p:spPr/>
        <p:txBody>
          <a:bodyPr/>
          <a:lstStyle/>
          <a:p>
            <a:pPr>
              <a:defRPr/>
            </a:pPr>
            <a:r>
              <a:rPr lang="en-IE"/>
              <a:t> Slide </a:t>
            </a:r>
            <a:fld id="{B20E48F1-442D-415E-BEBE-FB09171073EE}" type="slidenum">
              <a:rPr lang="en-IE" smtClean="0"/>
              <a:pPr>
                <a:defRPr/>
              </a:pPr>
              <a:t>2</a:t>
            </a:fld>
            <a:endParaRPr lang="en-IE"/>
          </a:p>
        </p:txBody>
      </p:sp>
    </p:spTree>
    <p:extLst>
      <p:ext uri="{BB962C8B-B14F-4D97-AF65-F5344CB8AC3E}">
        <p14:creationId xmlns:p14="http://schemas.microsoft.com/office/powerpoint/2010/main" val="611881117"/>
      </p:ext>
    </p:extLst>
  </p:cSld>
  <p:clrMapOvr>
    <a:masterClrMapping/>
  </p:clrMapOvr>
  <mc:AlternateContent xmlns:mc="http://schemas.openxmlformats.org/markup-compatibility/2006" xmlns:p14="http://schemas.microsoft.com/office/powerpoint/2010/main">
    <mc:Choice Requires="p14">
      <p:transition spd="slow" p14:dur="2000" advTm="39057"/>
    </mc:Choice>
    <mc:Fallback xmlns="">
      <p:transition spd="slow" advTm="39057"/>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Terminology for Using and Analysing Data</a:t>
            </a:r>
          </a:p>
        </p:txBody>
      </p:sp>
      <p:sp>
        <p:nvSpPr>
          <p:cNvPr id="4" name="Slide Number Placeholder 3"/>
          <p:cNvSpPr>
            <a:spLocks noGrp="1"/>
          </p:cNvSpPr>
          <p:nvPr>
            <p:ph type="sldNum" sz="quarter" idx="10"/>
          </p:nvPr>
        </p:nvSpPr>
        <p:spPr/>
        <p:txBody>
          <a:bodyPr/>
          <a:lstStyle/>
          <a:p>
            <a:pPr>
              <a:defRPr/>
            </a:pPr>
            <a:r>
              <a:rPr lang="en-IE"/>
              <a:t> Slide </a:t>
            </a:r>
            <a:fld id="{B20E48F1-442D-415E-BEBE-FB09171073EE}" type="slidenum">
              <a:rPr lang="en-IE" smtClean="0"/>
              <a:pPr>
                <a:defRPr/>
              </a:pPr>
              <a:t>3</a:t>
            </a:fld>
            <a:endParaRPr lang="en-IE"/>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41542" y="1600200"/>
            <a:ext cx="6260915" cy="4525963"/>
          </a:xfrm>
        </p:spPr>
      </p:pic>
    </p:spTree>
    <p:extLst>
      <p:ext uri="{BB962C8B-B14F-4D97-AF65-F5344CB8AC3E}">
        <p14:creationId xmlns:p14="http://schemas.microsoft.com/office/powerpoint/2010/main" val="1543782154"/>
      </p:ext>
    </p:extLst>
  </p:cSld>
  <p:clrMapOvr>
    <a:masterClrMapping/>
  </p:clrMapOvr>
  <mc:AlternateContent xmlns:mc="http://schemas.openxmlformats.org/markup-compatibility/2006" xmlns:p14="http://schemas.microsoft.com/office/powerpoint/2010/main">
    <mc:Choice Requires="p14">
      <p:transition spd="slow" p14:dur="2000" advTm="38899"/>
    </mc:Choice>
    <mc:Fallback xmlns="">
      <p:transition spd="slow" advTm="38899"/>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1">
              <a:lumMod val="90000"/>
            </a:schemeClr>
          </a:solidFill>
        </p:spPr>
        <p:txBody>
          <a:bodyPr/>
          <a:lstStyle/>
          <a:p>
            <a:r>
              <a:rPr lang="en-IE" dirty="0"/>
              <a:t>Context</a:t>
            </a:r>
          </a:p>
        </p:txBody>
      </p:sp>
      <p:sp>
        <p:nvSpPr>
          <p:cNvPr id="3" name="Content Placeholder 2"/>
          <p:cNvSpPr>
            <a:spLocks noGrp="1"/>
          </p:cNvSpPr>
          <p:nvPr>
            <p:ph idx="1"/>
          </p:nvPr>
        </p:nvSpPr>
        <p:spPr/>
        <p:txBody>
          <a:bodyPr/>
          <a:lstStyle/>
          <a:p>
            <a:r>
              <a:rPr lang="en-GB" dirty="0">
                <a:solidFill>
                  <a:schemeClr val="accent1">
                    <a:lumMod val="75000"/>
                  </a:schemeClr>
                </a:solidFill>
              </a:rPr>
              <a:t>Context</a:t>
            </a:r>
            <a:r>
              <a:rPr lang="en-GB" dirty="0"/>
              <a:t> defines the value of data: information without context is worthless, while information with context is essential for delivering personalized experiences, whether for leisure or work.</a:t>
            </a:r>
            <a:endParaRPr lang="en-IE" dirty="0"/>
          </a:p>
        </p:txBody>
      </p:sp>
      <p:sp>
        <p:nvSpPr>
          <p:cNvPr id="4" name="Slide Number Placeholder 3"/>
          <p:cNvSpPr>
            <a:spLocks noGrp="1"/>
          </p:cNvSpPr>
          <p:nvPr>
            <p:ph type="sldNum" sz="quarter" idx="10"/>
          </p:nvPr>
        </p:nvSpPr>
        <p:spPr/>
        <p:txBody>
          <a:bodyPr/>
          <a:lstStyle/>
          <a:p>
            <a:pPr>
              <a:defRPr/>
            </a:pPr>
            <a:r>
              <a:rPr lang="en-IE"/>
              <a:t> Slide </a:t>
            </a:r>
            <a:fld id="{B20E48F1-442D-415E-BEBE-FB09171073EE}" type="slidenum">
              <a:rPr lang="en-IE" smtClean="0"/>
              <a:pPr>
                <a:defRPr/>
              </a:pPr>
              <a:t>4</a:t>
            </a:fld>
            <a:endParaRPr lang="en-IE"/>
          </a:p>
        </p:txBody>
      </p:sp>
    </p:spTree>
    <p:extLst>
      <p:ext uri="{BB962C8B-B14F-4D97-AF65-F5344CB8AC3E}">
        <p14:creationId xmlns:p14="http://schemas.microsoft.com/office/powerpoint/2010/main" val="2568735015"/>
      </p:ext>
    </p:extLst>
  </p:cSld>
  <p:clrMapOvr>
    <a:masterClrMapping/>
  </p:clrMapOvr>
  <mc:AlternateContent xmlns:mc="http://schemas.openxmlformats.org/markup-compatibility/2006" xmlns:p14="http://schemas.microsoft.com/office/powerpoint/2010/main">
    <mc:Choice Requires="p14">
      <p:transition spd="slow" p14:dur="2000" advTm="26251"/>
    </mc:Choice>
    <mc:Fallback xmlns="">
      <p:transition spd="slow" advTm="26251"/>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2800">
                <a:solidFill>
                  <a:schemeClr val="tx1"/>
                </a:solidFill>
                <a:latin typeface="Verdana" pitchFamily="34" charset="0"/>
              </a:defRPr>
            </a:lvl1pPr>
            <a:lvl2pPr marL="742950" indent="-285750" eaLnBrk="0" hangingPunct="0">
              <a:spcBef>
                <a:spcPct val="20000"/>
              </a:spcBef>
              <a:buChar char="–"/>
              <a:defRPr sz="2400">
                <a:solidFill>
                  <a:schemeClr val="tx1"/>
                </a:solidFill>
                <a:latin typeface="Verdana" pitchFamily="34" charset="0"/>
              </a:defRPr>
            </a:lvl2pPr>
            <a:lvl3pPr marL="1143000" indent="-228600" eaLnBrk="0" hangingPunct="0">
              <a:spcBef>
                <a:spcPct val="20000"/>
              </a:spcBef>
              <a:buChar char="•"/>
              <a:defRPr sz="2000">
                <a:solidFill>
                  <a:schemeClr val="tx1"/>
                </a:solidFill>
                <a:latin typeface="Verdana" pitchFamily="34" charset="0"/>
              </a:defRPr>
            </a:lvl3pPr>
            <a:lvl4pPr marL="1600200" indent="-228600" eaLnBrk="0" hangingPunct="0">
              <a:spcBef>
                <a:spcPct val="20000"/>
              </a:spcBef>
              <a:buChar char="–"/>
              <a:defRPr sz="2000">
                <a:solidFill>
                  <a:schemeClr val="tx1"/>
                </a:solidFill>
                <a:latin typeface="Verdana" pitchFamily="34" charset="0"/>
              </a:defRPr>
            </a:lvl4pPr>
            <a:lvl5pPr marL="2057400" indent="-228600" eaLnBrk="0" hangingPunct="0">
              <a:spcBef>
                <a:spcPct val="20000"/>
              </a:spcBef>
              <a:buChar char="»"/>
              <a:defRPr sz="2000">
                <a:solidFill>
                  <a:schemeClr val="tx1"/>
                </a:solidFill>
                <a:latin typeface="Verdana" pitchFamily="34" charset="0"/>
              </a:defRPr>
            </a:lvl5pPr>
            <a:lvl6pPr marL="2514600" indent="-228600" eaLnBrk="0" fontAlgn="base" hangingPunct="0">
              <a:spcBef>
                <a:spcPct val="20000"/>
              </a:spcBef>
              <a:spcAft>
                <a:spcPct val="0"/>
              </a:spcAft>
              <a:buChar char="»"/>
              <a:defRPr sz="2000">
                <a:solidFill>
                  <a:schemeClr val="tx1"/>
                </a:solidFill>
                <a:latin typeface="Verdana" pitchFamily="34" charset="0"/>
              </a:defRPr>
            </a:lvl6pPr>
            <a:lvl7pPr marL="2971800" indent="-228600" eaLnBrk="0" fontAlgn="base" hangingPunct="0">
              <a:spcBef>
                <a:spcPct val="20000"/>
              </a:spcBef>
              <a:spcAft>
                <a:spcPct val="0"/>
              </a:spcAft>
              <a:buChar char="»"/>
              <a:defRPr sz="2000">
                <a:solidFill>
                  <a:schemeClr val="tx1"/>
                </a:solidFill>
                <a:latin typeface="Verdana" pitchFamily="34" charset="0"/>
              </a:defRPr>
            </a:lvl7pPr>
            <a:lvl8pPr marL="3429000" indent="-228600" eaLnBrk="0" fontAlgn="base" hangingPunct="0">
              <a:spcBef>
                <a:spcPct val="20000"/>
              </a:spcBef>
              <a:spcAft>
                <a:spcPct val="0"/>
              </a:spcAft>
              <a:buChar char="»"/>
              <a:defRPr sz="2000">
                <a:solidFill>
                  <a:schemeClr val="tx1"/>
                </a:solidFill>
                <a:latin typeface="Verdana" pitchFamily="34" charset="0"/>
              </a:defRPr>
            </a:lvl8pPr>
            <a:lvl9pPr marL="3886200" indent="-228600" eaLnBrk="0" fontAlgn="base" hangingPunct="0">
              <a:spcBef>
                <a:spcPct val="20000"/>
              </a:spcBef>
              <a:spcAft>
                <a:spcPct val="0"/>
              </a:spcAft>
              <a:buChar char="»"/>
              <a:defRPr sz="2000">
                <a:solidFill>
                  <a:schemeClr val="tx1"/>
                </a:solidFill>
                <a:latin typeface="Verdana" pitchFamily="34" charset="0"/>
              </a:defRPr>
            </a:lvl9pPr>
          </a:lstStyle>
          <a:p>
            <a:pPr eaLnBrk="1" hangingPunct="1">
              <a:spcBef>
                <a:spcPct val="0"/>
              </a:spcBef>
              <a:buFontTx/>
              <a:buNone/>
            </a:pPr>
            <a:r>
              <a:rPr lang="en-IE" altLang="en-US" sz="1200"/>
              <a:t> Slide </a:t>
            </a:r>
            <a:fld id="{A78AF40E-7FA3-4259-AFD9-9C19147DF971}" type="slidenum">
              <a:rPr lang="en-IE" altLang="en-US" sz="1200" smtClean="0"/>
              <a:pPr eaLnBrk="1" hangingPunct="1">
                <a:spcBef>
                  <a:spcPct val="0"/>
                </a:spcBef>
                <a:buFontTx/>
                <a:buNone/>
              </a:pPr>
              <a:t>5</a:t>
            </a:fld>
            <a:endParaRPr lang="en-IE" altLang="en-US" sz="1200"/>
          </a:p>
        </p:txBody>
      </p:sp>
      <p:sp>
        <p:nvSpPr>
          <p:cNvPr id="6147" name="Text Box 2"/>
          <p:cNvSpPr txBox="1">
            <a:spLocks noChangeArrowheads="1"/>
          </p:cNvSpPr>
          <p:nvPr/>
        </p:nvSpPr>
        <p:spPr bwMode="auto">
          <a:xfrm>
            <a:off x="290513" y="5576888"/>
            <a:ext cx="85344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2800">
                <a:solidFill>
                  <a:schemeClr val="tx1"/>
                </a:solidFill>
                <a:latin typeface="Verdana" pitchFamily="34" charset="0"/>
              </a:defRPr>
            </a:lvl1pPr>
            <a:lvl2pPr marL="742950" indent="-285750" eaLnBrk="0" hangingPunct="0">
              <a:spcBef>
                <a:spcPct val="20000"/>
              </a:spcBef>
              <a:buChar char="–"/>
              <a:defRPr sz="2400">
                <a:solidFill>
                  <a:schemeClr val="tx1"/>
                </a:solidFill>
                <a:latin typeface="Verdana" pitchFamily="34" charset="0"/>
              </a:defRPr>
            </a:lvl2pPr>
            <a:lvl3pPr marL="1143000" indent="-228600" eaLnBrk="0" hangingPunct="0">
              <a:spcBef>
                <a:spcPct val="20000"/>
              </a:spcBef>
              <a:buChar char="•"/>
              <a:defRPr sz="2000">
                <a:solidFill>
                  <a:schemeClr val="tx1"/>
                </a:solidFill>
                <a:latin typeface="Verdana" pitchFamily="34" charset="0"/>
              </a:defRPr>
            </a:lvl3pPr>
            <a:lvl4pPr marL="1600200" indent="-228600" eaLnBrk="0" hangingPunct="0">
              <a:spcBef>
                <a:spcPct val="20000"/>
              </a:spcBef>
              <a:buChar char="–"/>
              <a:defRPr sz="2000">
                <a:solidFill>
                  <a:schemeClr val="tx1"/>
                </a:solidFill>
                <a:latin typeface="Verdana" pitchFamily="34" charset="0"/>
              </a:defRPr>
            </a:lvl4pPr>
            <a:lvl5pPr marL="2057400" indent="-228600" eaLnBrk="0" hangingPunct="0">
              <a:spcBef>
                <a:spcPct val="20000"/>
              </a:spcBef>
              <a:buChar char="»"/>
              <a:defRPr sz="2000">
                <a:solidFill>
                  <a:schemeClr val="tx1"/>
                </a:solidFill>
                <a:latin typeface="Verdana" pitchFamily="34" charset="0"/>
              </a:defRPr>
            </a:lvl5pPr>
            <a:lvl6pPr marL="2514600" indent="-228600" eaLnBrk="0" fontAlgn="base" hangingPunct="0">
              <a:spcBef>
                <a:spcPct val="20000"/>
              </a:spcBef>
              <a:spcAft>
                <a:spcPct val="0"/>
              </a:spcAft>
              <a:buChar char="»"/>
              <a:defRPr sz="2000">
                <a:solidFill>
                  <a:schemeClr val="tx1"/>
                </a:solidFill>
                <a:latin typeface="Verdana" pitchFamily="34" charset="0"/>
              </a:defRPr>
            </a:lvl6pPr>
            <a:lvl7pPr marL="2971800" indent="-228600" eaLnBrk="0" fontAlgn="base" hangingPunct="0">
              <a:spcBef>
                <a:spcPct val="20000"/>
              </a:spcBef>
              <a:spcAft>
                <a:spcPct val="0"/>
              </a:spcAft>
              <a:buChar char="»"/>
              <a:defRPr sz="2000">
                <a:solidFill>
                  <a:schemeClr val="tx1"/>
                </a:solidFill>
                <a:latin typeface="Verdana" pitchFamily="34" charset="0"/>
              </a:defRPr>
            </a:lvl7pPr>
            <a:lvl8pPr marL="3429000" indent="-228600" eaLnBrk="0" fontAlgn="base" hangingPunct="0">
              <a:spcBef>
                <a:spcPct val="20000"/>
              </a:spcBef>
              <a:spcAft>
                <a:spcPct val="0"/>
              </a:spcAft>
              <a:buChar char="»"/>
              <a:defRPr sz="2000">
                <a:solidFill>
                  <a:schemeClr val="tx1"/>
                </a:solidFill>
                <a:latin typeface="Verdana" pitchFamily="34" charset="0"/>
              </a:defRPr>
            </a:lvl8pPr>
            <a:lvl9pPr marL="3886200" indent="-228600" eaLnBrk="0" fontAlgn="base" hangingPunct="0">
              <a:spcBef>
                <a:spcPct val="20000"/>
              </a:spcBef>
              <a:spcAft>
                <a:spcPct val="0"/>
              </a:spcAft>
              <a:buChar char="»"/>
              <a:defRPr sz="2000">
                <a:solidFill>
                  <a:schemeClr val="tx1"/>
                </a:solidFill>
                <a:latin typeface="Verdana" pitchFamily="34" charset="0"/>
              </a:defRPr>
            </a:lvl9pPr>
          </a:lstStyle>
          <a:p>
            <a:pPr>
              <a:spcBef>
                <a:spcPct val="50000"/>
              </a:spcBef>
              <a:buFontTx/>
              <a:buNone/>
            </a:pPr>
            <a:r>
              <a:rPr lang="en-GB" altLang="en-US" sz="1800" b="1">
                <a:latin typeface="Arial" charset="0"/>
              </a:rPr>
              <a:t>Figure 1.3</a:t>
            </a:r>
            <a:r>
              <a:rPr lang="en-GB" altLang="en-US" sz="1800">
                <a:latin typeface="Arial" charset="0"/>
              </a:rPr>
              <a:t>  </a:t>
            </a:r>
            <a:r>
              <a:rPr lang="en-US" altLang="en-US" sz="1800">
                <a:solidFill>
                  <a:schemeClr val="tx2"/>
                </a:solidFill>
                <a:latin typeface="Arial" charset="0"/>
              </a:rPr>
              <a:t>Levels of managerial decision taking</a:t>
            </a:r>
            <a:r>
              <a:rPr lang="en-US" altLang="en-US" sz="2600" b="1">
                <a:solidFill>
                  <a:schemeClr val="tx2"/>
                </a:solidFill>
                <a:latin typeface="Arial" charset="0"/>
              </a:rPr>
              <a:t> </a:t>
            </a:r>
            <a:endParaRPr lang="en-GB" altLang="en-US" sz="2600" b="1">
              <a:solidFill>
                <a:schemeClr val="tx2"/>
              </a:solidFill>
              <a:latin typeface="Arial" charset="0"/>
            </a:endParaRPr>
          </a:p>
        </p:txBody>
      </p:sp>
      <p:pic>
        <p:nvPicPr>
          <p:cNvPr id="6148" name="Picture 3" descr="C01NF00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4275" y="873125"/>
            <a:ext cx="6718300" cy="474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advTm="68464"/>
    </mc:Choice>
    <mc:Fallback xmlns="">
      <p:transition spd="slow" advTm="68464"/>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2800">
                <a:solidFill>
                  <a:schemeClr val="tx1"/>
                </a:solidFill>
                <a:latin typeface="Verdana" pitchFamily="34" charset="0"/>
              </a:defRPr>
            </a:lvl1pPr>
            <a:lvl2pPr marL="742950" indent="-285750" eaLnBrk="0" hangingPunct="0">
              <a:spcBef>
                <a:spcPct val="20000"/>
              </a:spcBef>
              <a:buChar char="–"/>
              <a:defRPr sz="2400">
                <a:solidFill>
                  <a:schemeClr val="tx1"/>
                </a:solidFill>
                <a:latin typeface="Verdana" pitchFamily="34" charset="0"/>
              </a:defRPr>
            </a:lvl2pPr>
            <a:lvl3pPr marL="1143000" indent="-228600" eaLnBrk="0" hangingPunct="0">
              <a:spcBef>
                <a:spcPct val="20000"/>
              </a:spcBef>
              <a:buChar char="•"/>
              <a:defRPr sz="2000">
                <a:solidFill>
                  <a:schemeClr val="tx1"/>
                </a:solidFill>
                <a:latin typeface="Verdana" pitchFamily="34" charset="0"/>
              </a:defRPr>
            </a:lvl3pPr>
            <a:lvl4pPr marL="1600200" indent="-228600" eaLnBrk="0" hangingPunct="0">
              <a:spcBef>
                <a:spcPct val="20000"/>
              </a:spcBef>
              <a:buChar char="–"/>
              <a:defRPr sz="2000">
                <a:solidFill>
                  <a:schemeClr val="tx1"/>
                </a:solidFill>
                <a:latin typeface="Verdana" pitchFamily="34" charset="0"/>
              </a:defRPr>
            </a:lvl4pPr>
            <a:lvl5pPr marL="2057400" indent="-228600" eaLnBrk="0" hangingPunct="0">
              <a:spcBef>
                <a:spcPct val="20000"/>
              </a:spcBef>
              <a:buChar char="»"/>
              <a:defRPr sz="2000">
                <a:solidFill>
                  <a:schemeClr val="tx1"/>
                </a:solidFill>
                <a:latin typeface="Verdana" pitchFamily="34" charset="0"/>
              </a:defRPr>
            </a:lvl5pPr>
            <a:lvl6pPr marL="2514600" indent="-228600" eaLnBrk="0" fontAlgn="base" hangingPunct="0">
              <a:spcBef>
                <a:spcPct val="20000"/>
              </a:spcBef>
              <a:spcAft>
                <a:spcPct val="0"/>
              </a:spcAft>
              <a:buChar char="»"/>
              <a:defRPr sz="2000">
                <a:solidFill>
                  <a:schemeClr val="tx1"/>
                </a:solidFill>
                <a:latin typeface="Verdana" pitchFamily="34" charset="0"/>
              </a:defRPr>
            </a:lvl6pPr>
            <a:lvl7pPr marL="2971800" indent="-228600" eaLnBrk="0" fontAlgn="base" hangingPunct="0">
              <a:spcBef>
                <a:spcPct val="20000"/>
              </a:spcBef>
              <a:spcAft>
                <a:spcPct val="0"/>
              </a:spcAft>
              <a:buChar char="»"/>
              <a:defRPr sz="2000">
                <a:solidFill>
                  <a:schemeClr val="tx1"/>
                </a:solidFill>
                <a:latin typeface="Verdana" pitchFamily="34" charset="0"/>
              </a:defRPr>
            </a:lvl7pPr>
            <a:lvl8pPr marL="3429000" indent="-228600" eaLnBrk="0" fontAlgn="base" hangingPunct="0">
              <a:spcBef>
                <a:spcPct val="20000"/>
              </a:spcBef>
              <a:spcAft>
                <a:spcPct val="0"/>
              </a:spcAft>
              <a:buChar char="»"/>
              <a:defRPr sz="2000">
                <a:solidFill>
                  <a:schemeClr val="tx1"/>
                </a:solidFill>
                <a:latin typeface="Verdana" pitchFamily="34" charset="0"/>
              </a:defRPr>
            </a:lvl8pPr>
            <a:lvl9pPr marL="3886200" indent="-228600" eaLnBrk="0" fontAlgn="base" hangingPunct="0">
              <a:spcBef>
                <a:spcPct val="20000"/>
              </a:spcBef>
              <a:spcAft>
                <a:spcPct val="0"/>
              </a:spcAft>
              <a:buChar char="»"/>
              <a:defRPr sz="2000">
                <a:solidFill>
                  <a:schemeClr val="tx1"/>
                </a:solidFill>
                <a:latin typeface="Verdana" pitchFamily="34" charset="0"/>
              </a:defRPr>
            </a:lvl9pPr>
          </a:lstStyle>
          <a:p>
            <a:pPr eaLnBrk="1" hangingPunct="1">
              <a:spcBef>
                <a:spcPct val="0"/>
              </a:spcBef>
              <a:buFontTx/>
              <a:buNone/>
            </a:pPr>
            <a:r>
              <a:rPr lang="en-IE" altLang="en-US" sz="1200"/>
              <a:t> Slide </a:t>
            </a:r>
            <a:fld id="{D8BE1C19-A0D4-4024-B8DC-B9CECA351B26}" type="slidenum">
              <a:rPr lang="en-IE" altLang="en-US" sz="1200" smtClean="0"/>
              <a:pPr eaLnBrk="1" hangingPunct="1">
                <a:spcBef>
                  <a:spcPct val="0"/>
                </a:spcBef>
                <a:buFontTx/>
                <a:buNone/>
              </a:pPr>
              <a:t>6</a:t>
            </a:fld>
            <a:endParaRPr lang="en-IE" altLang="en-US" sz="1200"/>
          </a:p>
        </p:txBody>
      </p:sp>
      <p:sp>
        <p:nvSpPr>
          <p:cNvPr id="7171" name="Rectangle 2"/>
          <p:cNvSpPr>
            <a:spLocks noGrp="1" noChangeArrowheads="1"/>
          </p:cNvSpPr>
          <p:nvPr>
            <p:ph type="title"/>
          </p:nvPr>
        </p:nvSpPr>
        <p:spPr>
          <a:xfrm>
            <a:off x="381000" y="747713"/>
            <a:ext cx="8382000" cy="838200"/>
          </a:xfrm>
        </p:spPr>
        <p:txBody>
          <a:bodyPr/>
          <a:lstStyle/>
          <a:p>
            <a:pPr eaLnBrk="1" hangingPunct="1"/>
            <a:r>
              <a:rPr lang="en-GB" altLang="en-US" sz="2800"/>
              <a:t>Knowledge Management</a:t>
            </a:r>
            <a:endParaRPr lang="en-US" altLang="en-US" sz="2800"/>
          </a:p>
        </p:txBody>
      </p:sp>
      <p:sp>
        <p:nvSpPr>
          <p:cNvPr id="7172" name="Rectangle 3"/>
          <p:cNvSpPr>
            <a:spLocks noGrp="1" noChangeArrowheads="1"/>
          </p:cNvSpPr>
          <p:nvPr>
            <p:ph type="body" idx="1"/>
          </p:nvPr>
        </p:nvSpPr>
        <p:spPr>
          <a:xfrm>
            <a:off x="355600" y="1557338"/>
            <a:ext cx="8382000" cy="4343400"/>
          </a:xfrm>
        </p:spPr>
        <p:txBody>
          <a:bodyPr/>
          <a:lstStyle/>
          <a:p>
            <a:pPr eaLnBrk="1" hangingPunct="1">
              <a:buFontTx/>
              <a:buNone/>
            </a:pPr>
            <a:r>
              <a:rPr lang="en-US" altLang="en-US" sz="2400"/>
              <a:t> </a:t>
            </a:r>
          </a:p>
        </p:txBody>
      </p:sp>
      <p:pic>
        <p:nvPicPr>
          <p:cNvPr id="7173" name="Picture 4" descr="km4.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24100" y="1924050"/>
            <a:ext cx="4629150" cy="308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advTm="9401"/>
    </mc:Choice>
    <mc:Fallback xmlns="">
      <p:transition spd="slow" advTm="9401"/>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2800">
                <a:solidFill>
                  <a:schemeClr val="tx1"/>
                </a:solidFill>
                <a:latin typeface="Verdana" pitchFamily="34" charset="0"/>
              </a:defRPr>
            </a:lvl1pPr>
            <a:lvl2pPr marL="742950" indent="-285750" eaLnBrk="0" hangingPunct="0">
              <a:spcBef>
                <a:spcPct val="20000"/>
              </a:spcBef>
              <a:buChar char="–"/>
              <a:defRPr sz="2400">
                <a:solidFill>
                  <a:schemeClr val="tx1"/>
                </a:solidFill>
                <a:latin typeface="Verdana" pitchFamily="34" charset="0"/>
              </a:defRPr>
            </a:lvl2pPr>
            <a:lvl3pPr marL="1143000" indent="-228600" eaLnBrk="0" hangingPunct="0">
              <a:spcBef>
                <a:spcPct val="20000"/>
              </a:spcBef>
              <a:buChar char="•"/>
              <a:defRPr sz="2000">
                <a:solidFill>
                  <a:schemeClr val="tx1"/>
                </a:solidFill>
                <a:latin typeface="Verdana" pitchFamily="34" charset="0"/>
              </a:defRPr>
            </a:lvl3pPr>
            <a:lvl4pPr marL="1600200" indent="-228600" eaLnBrk="0" hangingPunct="0">
              <a:spcBef>
                <a:spcPct val="20000"/>
              </a:spcBef>
              <a:buChar char="–"/>
              <a:defRPr sz="2000">
                <a:solidFill>
                  <a:schemeClr val="tx1"/>
                </a:solidFill>
                <a:latin typeface="Verdana" pitchFamily="34" charset="0"/>
              </a:defRPr>
            </a:lvl4pPr>
            <a:lvl5pPr marL="2057400" indent="-228600" eaLnBrk="0" hangingPunct="0">
              <a:spcBef>
                <a:spcPct val="20000"/>
              </a:spcBef>
              <a:buChar char="»"/>
              <a:defRPr sz="2000">
                <a:solidFill>
                  <a:schemeClr val="tx1"/>
                </a:solidFill>
                <a:latin typeface="Verdana" pitchFamily="34" charset="0"/>
              </a:defRPr>
            </a:lvl5pPr>
            <a:lvl6pPr marL="2514600" indent="-228600" eaLnBrk="0" fontAlgn="base" hangingPunct="0">
              <a:spcBef>
                <a:spcPct val="20000"/>
              </a:spcBef>
              <a:spcAft>
                <a:spcPct val="0"/>
              </a:spcAft>
              <a:buChar char="»"/>
              <a:defRPr sz="2000">
                <a:solidFill>
                  <a:schemeClr val="tx1"/>
                </a:solidFill>
                <a:latin typeface="Verdana" pitchFamily="34" charset="0"/>
              </a:defRPr>
            </a:lvl6pPr>
            <a:lvl7pPr marL="2971800" indent="-228600" eaLnBrk="0" fontAlgn="base" hangingPunct="0">
              <a:spcBef>
                <a:spcPct val="20000"/>
              </a:spcBef>
              <a:spcAft>
                <a:spcPct val="0"/>
              </a:spcAft>
              <a:buChar char="»"/>
              <a:defRPr sz="2000">
                <a:solidFill>
                  <a:schemeClr val="tx1"/>
                </a:solidFill>
                <a:latin typeface="Verdana" pitchFamily="34" charset="0"/>
              </a:defRPr>
            </a:lvl7pPr>
            <a:lvl8pPr marL="3429000" indent="-228600" eaLnBrk="0" fontAlgn="base" hangingPunct="0">
              <a:spcBef>
                <a:spcPct val="20000"/>
              </a:spcBef>
              <a:spcAft>
                <a:spcPct val="0"/>
              </a:spcAft>
              <a:buChar char="»"/>
              <a:defRPr sz="2000">
                <a:solidFill>
                  <a:schemeClr val="tx1"/>
                </a:solidFill>
                <a:latin typeface="Verdana" pitchFamily="34" charset="0"/>
              </a:defRPr>
            </a:lvl8pPr>
            <a:lvl9pPr marL="3886200" indent="-228600" eaLnBrk="0" fontAlgn="base" hangingPunct="0">
              <a:spcBef>
                <a:spcPct val="20000"/>
              </a:spcBef>
              <a:spcAft>
                <a:spcPct val="0"/>
              </a:spcAft>
              <a:buChar char="»"/>
              <a:defRPr sz="2000">
                <a:solidFill>
                  <a:schemeClr val="tx1"/>
                </a:solidFill>
                <a:latin typeface="Verdana" pitchFamily="34" charset="0"/>
              </a:defRPr>
            </a:lvl9pPr>
          </a:lstStyle>
          <a:p>
            <a:pPr eaLnBrk="1" hangingPunct="1">
              <a:spcBef>
                <a:spcPct val="0"/>
              </a:spcBef>
              <a:buFontTx/>
              <a:buNone/>
            </a:pPr>
            <a:r>
              <a:rPr lang="en-IE" altLang="en-US" sz="1200"/>
              <a:t> Slide </a:t>
            </a:r>
            <a:fld id="{731B207F-2069-4D56-8E58-C82A6C2E91EE}" type="slidenum">
              <a:rPr lang="en-IE" altLang="en-US" sz="1200" smtClean="0"/>
              <a:pPr eaLnBrk="1" hangingPunct="1">
                <a:spcBef>
                  <a:spcPct val="0"/>
                </a:spcBef>
                <a:buFontTx/>
                <a:buNone/>
              </a:pPr>
              <a:t>7</a:t>
            </a:fld>
            <a:endParaRPr lang="en-IE" altLang="en-US" sz="1200"/>
          </a:p>
        </p:txBody>
      </p:sp>
      <p:sp>
        <p:nvSpPr>
          <p:cNvPr id="8195" name="Rectangle 2"/>
          <p:cNvSpPr>
            <a:spLocks noGrp="1" noChangeArrowheads="1"/>
          </p:cNvSpPr>
          <p:nvPr>
            <p:ph type="title"/>
          </p:nvPr>
        </p:nvSpPr>
        <p:spPr>
          <a:xfrm>
            <a:off x="381000" y="747713"/>
            <a:ext cx="8382000" cy="838200"/>
          </a:xfrm>
        </p:spPr>
        <p:txBody>
          <a:bodyPr/>
          <a:lstStyle/>
          <a:p>
            <a:pPr eaLnBrk="1" hangingPunct="1"/>
            <a:r>
              <a:rPr lang="en-GB" altLang="en-US" sz="2800"/>
              <a:t>Knowledge Management</a:t>
            </a:r>
            <a:endParaRPr lang="en-US" altLang="en-US" sz="2800"/>
          </a:p>
        </p:txBody>
      </p:sp>
      <p:sp>
        <p:nvSpPr>
          <p:cNvPr id="8196" name="Rectangle 3"/>
          <p:cNvSpPr>
            <a:spLocks noGrp="1" noChangeArrowheads="1"/>
          </p:cNvSpPr>
          <p:nvPr>
            <p:ph type="body" idx="1"/>
          </p:nvPr>
        </p:nvSpPr>
        <p:spPr>
          <a:xfrm>
            <a:off x="355600" y="1557338"/>
            <a:ext cx="8382000" cy="4343400"/>
          </a:xfrm>
        </p:spPr>
        <p:txBody>
          <a:bodyPr/>
          <a:lstStyle/>
          <a:p>
            <a:pPr eaLnBrk="1" hangingPunct="1"/>
            <a:r>
              <a:rPr lang="en-US" altLang="en-US" sz="2400"/>
              <a:t>The European Guide to Best Practice in Knowledge Management defines knowledge as:</a:t>
            </a:r>
            <a:br>
              <a:rPr lang="en-US" altLang="en-US" sz="2400"/>
            </a:br>
            <a:endParaRPr lang="en-US" altLang="en-US" sz="2400"/>
          </a:p>
          <a:p>
            <a:pPr eaLnBrk="1" hangingPunct="1"/>
            <a:r>
              <a:rPr lang="en-US" altLang="en-US" sz="2400"/>
              <a:t>‘</a:t>
            </a:r>
            <a:r>
              <a:rPr lang="en-US" altLang="en-US" sz="2400" i="1"/>
              <a:t>The combination of data and information to which is added expert opinion, skills and experience to result in a valuable asset which can be used to make decisions. It is the essential factor in adding meaning to information</a:t>
            </a:r>
            <a:r>
              <a:rPr lang="en-US" altLang="en-US" sz="2400"/>
              <a:t>. </a:t>
            </a:r>
            <a:r>
              <a:rPr lang="en-US" altLang="en-US" sz="2400" i="1"/>
              <a:t>Knowledge may be explicit and/or tacit, individual and/or collective</a:t>
            </a:r>
            <a:r>
              <a:rPr lang="en-US" altLang="en-US" sz="2400"/>
              <a:t>’</a:t>
            </a:r>
            <a:br>
              <a:rPr lang="en-US" altLang="en-US" sz="2400"/>
            </a:br>
            <a:r>
              <a:rPr lang="en-US" altLang="en-US" sz="2400"/>
              <a:t>					Mekhilef et al., 2003</a:t>
            </a:r>
          </a:p>
        </p:txBody>
      </p:sp>
    </p:spTree>
  </p:cSld>
  <p:clrMapOvr>
    <a:masterClrMapping/>
  </p:clrMapOvr>
  <mc:AlternateContent xmlns:mc="http://schemas.openxmlformats.org/markup-compatibility/2006" xmlns:p14="http://schemas.microsoft.com/office/powerpoint/2010/main">
    <mc:Choice Requires="p14">
      <p:transition spd="slow" p14:dur="2000" advTm="26332"/>
    </mc:Choice>
    <mc:Fallback xmlns="">
      <p:transition spd="slow" advTm="26332"/>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r>
              <a:rPr lang="en-US" altLang="zh-TW">
                <a:solidFill>
                  <a:schemeClr val="tx1"/>
                </a:solidFill>
                <a:ea typeface="PMingLiU" pitchFamily="18" charset="-120"/>
              </a:rPr>
              <a:t>MANAGERIAL ISSUES</a:t>
            </a:r>
            <a:endParaRPr lang="en-IE" altLang="en-US"/>
          </a:p>
        </p:txBody>
      </p:sp>
      <p:sp>
        <p:nvSpPr>
          <p:cNvPr id="3" name="Content Placeholder 2"/>
          <p:cNvSpPr>
            <a:spLocks noGrp="1"/>
          </p:cNvSpPr>
          <p:nvPr>
            <p:ph idx="1"/>
          </p:nvPr>
        </p:nvSpPr>
        <p:spPr/>
        <p:txBody>
          <a:bodyPr/>
          <a:lstStyle/>
          <a:p>
            <a:pPr marL="234950" indent="-234950">
              <a:defRPr/>
            </a:pPr>
            <a:r>
              <a:rPr lang="en-US" altLang="zh-TW" dirty="0">
                <a:latin typeface="Times New Roman" charset="0"/>
                <a:ea typeface="PMingLiU" pitchFamily="18" charset="-120"/>
              </a:rPr>
              <a:t>Every day knowledge essential to your business walks out of your door, and much of it never comes back</a:t>
            </a:r>
          </a:p>
          <a:p>
            <a:pPr marL="234950" indent="-234950">
              <a:defRPr/>
            </a:pPr>
            <a:r>
              <a:rPr lang="en-IE" altLang="zh-TW" dirty="0">
                <a:latin typeface="Times New Roman" charset="0"/>
                <a:ea typeface="PMingLiU" pitchFamily="18" charset="-120"/>
              </a:rPr>
              <a:t>Customers come and go and their knowledge leaves with them.</a:t>
            </a:r>
          </a:p>
          <a:p>
            <a:pPr marL="234950" indent="-234950">
              <a:defRPr/>
            </a:pPr>
            <a:r>
              <a:rPr lang="en-IE" altLang="zh-TW" dirty="0">
                <a:latin typeface="Times New Roman" charset="0"/>
                <a:ea typeface="PMingLiU" pitchFamily="18" charset="-120"/>
              </a:rPr>
              <a:t>The information drain costs you time money and customers</a:t>
            </a:r>
            <a:r>
              <a:rPr lang="en-IE" altLang="zh-TW" sz="2400" dirty="0">
                <a:latin typeface="Times New Roman" charset="0"/>
                <a:ea typeface="PMingLiU" pitchFamily="18" charset="-120"/>
              </a:rPr>
              <a:t>.</a:t>
            </a:r>
            <a:endParaRPr lang="en-US" altLang="zh-TW" sz="2000" dirty="0">
              <a:latin typeface="Times New Roman" charset="0"/>
              <a:ea typeface="PMingLiU" pitchFamily="18" charset="-120"/>
            </a:endParaRPr>
          </a:p>
          <a:p>
            <a:pPr>
              <a:defRPr/>
            </a:pPr>
            <a:endParaRPr lang="en-IE" dirty="0"/>
          </a:p>
        </p:txBody>
      </p:sp>
      <p:sp>
        <p:nvSpPr>
          <p:cNvPr id="9220"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2800">
                <a:solidFill>
                  <a:schemeClr val="tx1"/>
                </a:solidFill>
                <a:latin typeface="Verdana" pitchFamily="34" charset="0"/>
              </a:defRPr>
            </a:lvl1pPr>
            <a:lvl2pPr marL="742950" indent="-285750" eaLnBrk="0" hangingPunct="0">
              <a:spcBef>
                <a:spcPct val="20000"/>
              </a:spcBef>
              <a:buChar char="–"/>
              <a:defRPr sz="2400">
                <a:solidFill>
                  <a:schemeClr val="tx1"/>
                </a:solidFill>
                <a:latin typeface="Verdana" pitchFamily="34" charset="0"/>
              </a:defRPr>
            </a:lvl2pPr>
            <a:lvl3pPr marL="1143000" indent="-228600" eaLnBrk="0" hangingPunct="0">
              <a:spcBef>
                <a:spcPct val="20000"/>
              </a:spcBef>
              <a:buChar char="•"/>
              <a:defRPr sz="2000">
                <a:solidFill>
                  <a:schemeClr val="tx1"/>
                </a:solidFill>
                <a:latin typeface="Verdana" pitchFamily="34" charset="0"/>
              </a:defRPr>
            </a:lvl3pPr>
            <a:lvl4pPr marL="1600200" indent="-228600" eaLnBrk="0" hangingPunct="0">
              <a:spcBef>
                <a:spcPct val="20000"/>
              </a:spcBef>
              <a:buChar char="–"/>
              <a:defRPr sz="2000">
                <a:solidFill>
                  <a:schemeClr val="tx1"/>
                </a:solidFill>
                <a:latin typeface="Verdana" pitchFamily="34" charset="0"/>
              </a:defRPr>
            </a:lvl4pPr>
            <a:lvl5pPr marL="2057400" indent="-228600" eaLnBrk="0" hangingPunct="0">
              <a:spcBef>
                <a:spcPct val="20000"/>
              </a:spcBef>
              <a:buChar char="»"/>
              <a:defRPr sz="2000">
                <a:solidFill>
                  <a:schemeClr val="tx1"/>
                </a:solidFill>
                <a:latin typeface="Verdana" pitchFamily="34" charset="0"/>
              </a:defRPr>
            </a:lvl5pPr>
            <a:lvl6pPr marL="2514600" indent="-228600" eaLnBrk="0" fontAlgn="base" hangingPunct="0">
              <a:spcBef>
                <a:spcPct val="20000"/>
              </a:spcBef>
              <a:spcAft>
                <a:spcPct val="0"/>
              </a:spcAft>
              <a:buChar char="»"/>
              <a:defRPr sz="2000">
                <a:solidFill>
                  <a:schemeClr val="tx1"/>
                </a:solidFill>
                <a:latin typeface="Verdana" pitchFamily="34" charset="0"/>
              </a:defRPr>
            </a:lvl6pPr>
            <a:lvl7pPr marL="2971800" indent="-228600" eaLnBrk="0" fontAlgn="base" hangingPunct="0">
              <a:spcBef>
                <a:spcPct val="20000"/>
              </a:spcBef>
              <a:spcAft>
                <a:spcPct val="0"/>
              </a:spcAft>
              <a:buChar char="»"/>
              <a:defRPr sz="2000">
                <a:solidFill>
                  <a:schemeClr val="tx1"/>
                </a:solidFill>
                <a:latin typeface="Verdana" pitchFamily="34" charset="0"/>
              </a:defRPr>
            </a:lvl7pPr>
            <a:lvl8pPr marL="3429000" indent="-228600" eaLnBrk="0" fontAlgn="base" hangingPunct="0">
              <a:spcBef>
                <a:spcPct val="20000"/>
              </a:spcBef>
              <a:spcAft>
                <a:spcPct val="0"/>
              </a:spcAft>
              <a:buChar char="»"/>
              <a:defRPr sz="2000">
                <a:solidFill>
                  <a:schemeClr val="tx1"/>
                </a:solidFill>
                <a:latin typeface="Verdana" pitchFamily="34" charset="0"/>
              </a:defRPr>
            </a:lvl8pPr>
            <a:lvl9pPr marL="3886200" indent="-228600" eaLnBrk="0" fontAlgn="base" hangingPunct="0">
              <a:spcBef>
                <a:spcPct val="20000"/>
              </a:spcBef>
              <a:spcAft>
                <a:spcPct val="0"/>
              </a:spcAft>
              <a:buChar char="»"/>
              <a:defRPr sz="2000">
                <a:solidFill>
                  <a:schemeClr val="tx1"/>
                </a:solidFill>
                <a:latin typeface="Verdana" pitchFamily="34" charset="0"/>
              </a:defRPr>
            </a:lvl9pPr>
          </a:lstStyle>
          <a:p>
            <a:pPr eaLnBrk="1" hangingPunct="1">
              <a:spcBef>
                <a:spcPct val="0"/>
              </a:spcBef>
              <a:buFontTx/>
              <a:buNone/>
            </a:pPr>
            <a:r>
              <a:rPr lang="en-IE" altLang="en-US" sz="1200"/>
              <a:t> Slide </a:t>
            </a:r>
            <a:fld id="{59C9716F-EE30-4DBE-90C0-D493D4000BED}" type="slidenum">
              <a:rPr lang="en-IE" altLang="en-US" sz="1200" smtClean="0"/>
              <a:pPr eaLnBrk="1" hangingPunct="1">
                <a:spcBef>
                  <a:spcPct val="0"/>
                </a:spcBef>
                <a:buFontTx/>
                <a:buNone/>
              </a:pPr>
              <a:t>8</a:t>
            </a:fld>
            <a:endParaRPr lang="en-IE" altLang="en-US" sz="1200"/>
          </a:p>
        </p:txBody>
      </p:sp>
    </p:spTree>
  </p:cSld>
  <p:clrMapOvr>
    <a:masterClrMapping/>
  </p:clrMapOvr>
  <mc:AlternateContent xmlns:mc="http://schemas.openxmlformats.org/markup-compatibility/2006" xmlns:p14="http://schemas.microsoft.com/office/powerpoint/2010/main">
    <mc:Choice Requires="p14">
      <p:transition spd="slow" p14:dur="2000" advTm="50147"/>
    </mc:Choice>
    <mc:Fallback xmlns="">
      <p:transition spd="slow" advTm="50147"/>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2800">
                <a:solidFill>
                  <a:schemeClr val="tx1"/>
                </a:solidFill>
                <a:latin typeface="Verdana" pitchFamily="34" charset="0"/>
              </a:defRPr>
            </a:lvl1pPr>
            <a:lvl2pPr marL="742950" indent="-285750" eaLnBrk="0" hangingPunct="0">
              <a:spcBef>
                <a:spcPct val="20000"/>
              </a:spcBef>
              <a:buChar char="–"/>
              <a:defRPr sz="2400">
                <a:solidFill>
                  <a:schemeClr val="tx1"/>
                </a:solidFill>
                <a:latin typeface="Verdana" pitchFamily="34" charset="0"/>
              </a:defRPr>
            </a:lvl2pPr>
            <a:lvl3pPr marL="1143000" indent="-228600" eaLnBrk="0" hangingPunct="0">
              <a:spcBef>
                <a:spcPct val="20000"/>
              </a:spcBef>
              <a:buChar char="•"/>
              <a:defRPr sz="2000">
                <a:solidFill>
                  <a:schemeClr val="tx1"/>
                </a:solidFill>
                <a:latin typeface="Verdana" pitchFamily="34" charset="0"/>
              </a:defRPr>
            </a:lvl3pPr>
            <a:lvl4pPr marL="1600200" indent="-228600" eaLnBrk="0" hangingPunct="0">
              <a:spcBef>
                <a:spcPct val="20000"/>
              </a:spcBef>
              <a:buChar char="–"/>
              <a:defRPr sz="2000">
                <a:solidFill>
                  <a:schemeClr val="tx1"/>
                </a:solidFill>
                <a:latin typeface="Verdana" pitchFamily="34" charset="0"/>
              </a:defRPr>
            </a:lvl4pPr>
            <a:lvl5pPr marL="2057400" indent="-228600" eaLnBrk="0" hangingPunct="0">
              <a:spcBef>
                <a:spcPct val="20000"/>
              </a:spcBef>
              <a:buChar char="»"/>
              <a:defRPr sz="2000">
                <a:solidFill>
                  <a:schemeClr val="tx1"/>
                </a:solidFill>
                <a:latin typeface="Verdana" pitchFamily="34" charset="0"/>
              </a:defRPr>
            </a:lvl5pPr>
            <a:lvl6pPr marL="2514600" indent="-228600" eaLnBrk="0" fontAlgn="base" hangingPunct="0">
              <a:spcBef>
                <a:spcPct val="20000"/>
              </a:spcBef>
              <a:spcAft>
                <a:spcPct val="0"/>
              </a:spcAft>
              <a:buChar char="»"/>
              <a:defRPr sz="2000">
                <a:solidFill>
                  <a:schemeClr val="tx1"/>
                </a:solidFill>
                <a:latin typeface="Verdana" pitchFamily="34" charset="0"/>
              </a:defRPr>
            </a:lvl6pPr>
            <a:lvl7pPr marL="2971800" indent="-228600" eaLnBrk="0" fontAlgn="base" hangingPunct="0">
              <a:spcBef>
                <a:spcPct val="20000"/>
              </a:spcBef>
              <a:spcAft>
                <a:spcPct val="0"/>
              </a:spcAft>
              <a:buChar char="»"/>
              <a:defRPr sz="2000">
                <a:solidFill>
                  <a:schemeClr val="tx1"/>
                </a:solidFill>
                <a:latin typeface="Verdana" pitchFamily="34" charset="0"/>
              </a:defRPr>
            </a:lvl7pPr>
            <a:lvl8pPr marL="3429000" indent="-228600" eaLnBrk="0" fontAlgn="base" hangingPunct="0">
              <a:spcBef>
                <a:spcPct val="20000"/>
              </a:spcBef>
              <a:spcAft>
                <a:spcPct val="0"/>
              </a:spcAft>
              <a:buChar char="»"/>
              <a:defRPr sz="2000">
                <a:solidFill>
                  <a:schemeClr val="tx1"/>
                </a:solidFill>
                <a:latin typeface="Verdana" pitchFamily="34" charset="0"/>
              </a:defRPr>
            </a:lvl8pPr>
            <a:lvl9pPr marL="3886200" indent="-228600" eaLnBrk="0" fontAlgn="base" hangingPunct="0">
              <a:spcBef>
                <a:spcPct val="20000"/>
              </a:spcBef>
              <a:spcAft>
                <a:spcPct val="0"/>
              </a:spcAft>
              <a:buChar char="»"/>
              <a:defRPr sz="2000">
                <a:solidFill>
                  <a:schemeClr val="tx1"/>
                </a:solidFill>
                <a:latin typeface="Verdana" pitchFamily="34" charset="0"/>
              </a:defRPr>
            </a:lvl9pPr>
          </a:lstStyle>
          <a:p>
            <a:pPr eaLnBrk="1" hangingPunct="1">
              <a:spcBef>
                <a:spcPct val="0"/>
              </a:spcBef>
              <a:buFontTx/>
              <a:buNone/>
            </a:pPr>
            <a:r>
              <a:rPr lang="en-IE" altLang="en-US" sz="1200"/>
              <a:t> Slide </a:t>
            </a:r>
            <a:fld id="{5CA4526B-A098-40DC-A98B-F161EAAC407E}" type="slidenum">
              <a:rPr lang="en-IE" altLang="en-US" sz="1200" smtClean="0"/>
              <a:pPr eaLnBrk="1" hangingPunct="1">
                <a:spcBef>
                  <a:spcPct val="0"/>
                </a:spcBef>
                <a:buFontTx/>
                <a:buNone/>
              </a:pPr>
              <a:t>9</a:t>
            </a:fld>
            <a:endParaRPr lang="en-IE" altLang="en-US" sz="1200"/>
          </a:p>
        </p:txBody>
      </p:sp>
      <p:sp>
        <p:nvSpPr>
          <p:cNvPr id="10243" name="Rectangle 2"/>
          <p:cNvSpPr>
            <a:spLocks noGrp="1" noChangeArrowheads="1"/>
          </p:cNvSpPr>
          <p:nvPr>
            <p:ph type="title"/>
          </p:nvPr>
        </p:nvSpPr>
        <p:spPr/>
        <p:txBody>
          <a:bodyPr/>
          <a:lstStyle/>
          <a:p>
            <a:pPr eaLnBrk="1" hangingPunct="1"/>
            <a:r>
              <a:rPr lang="en-IE" altLang="en-US" sz="2800"/>
              <a:t>Explicit Knowledge</a:t>
            </a:r>
            <a:endParaRPr lang="en-US" altLang="en-US" sz="2800"/>
          </a:p>
        </p:txBody>
      </p:sp>
      <p:sp>
        <p:nvSpPr>
          <p:cNvPr id="288771" name="Rectangle 3"/>
          <p:cNvSpPr>
            <a:spLocks noGrp="1" noChangeArrowheads="1"/>
          </p:cNvSpPr>
          <p:nvPr>
            <p:ph type="body" idx="1"/>
          </p:nvPr>
        </p:nvSpPr>
        <p:spPr/>
        <p:txBody>
          <a:bodyPr/>
          <a:lstStyle/>
          <a:p>
            <a:pPr eaLnBrk="1" hangingPunct="1"/>
            <a:r>
              <a:rPr lang="en-IE" altLang="en-US"/>
              <a:t>Details of process &amp; Procedures</a:t>
            </a:r>
          </a:p>
          <a:p>
            <a:pPr lvl="1" eaLnBrk="1" hangingPunct="1"/>
            <a:r>
              <a:rPr lang="en-IE" altLang="en-US"/>
              <a:t>E.g., Records of meetings between sales rep and key customer</a:t>
            </a:r>
          </a:p>
          <a:p>
            <a:pPr lvl="1" eaLnBrk="1" hangingPunct="1"/>
            <a:r>
              <a:rPr lang="en-IE" altLang="en-US"/>
              <a:t>Procedures for dealing with customer queries</a:t>
            </a:r>
            <a:endParaRPr lang="en-US" altLang="en-US"/>
          </a:p>
        </p:txBody>
      </p:sp>
      <p:pic>
        <p:nvPicPr>
          <p:cNvPr id="10245" name="Picture 4" descr="km2.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562600" y="4038600"/>
            <a:ext cx="2400300"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advTm="42031"/>
    </mc:Choice>
    <mc:Fallback xmlns="">
      <p:transition spd="slow" advTm="42031"/>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2800">
                <a:solidFill>
                  <a:schemeClr val="tx1"/>
                </a:solidFill>
                <a:latin typeface="Verdana" pitchFamily="34" charset="0"/>
              </a:defRPr>
            </a:lvl1pPr>
            <a:lvl2pPr marL="742950" indent="-285750" eaLnBrk="0" hangingPunct="0">
              <a:spcBef>
                <a:spcPct val="20000"/>
              </a:spcBef>
              <a:buChar char="–"/>
              <a:defRPr sz="2400">
                <a:solidFill>
                  <a:schemeClr val="tx1"/>
                </a:solidFill>
                <a:latin typeface="Verdana" pitchFamily="34" charset="0"/>
              </a:defRPr>
            </a:lvl2pPr>
            <a:lvl3pPr marL="1143000" indent="-228600" eaLnBrk="0" hangingPunct="0">
              <a:spcBef>
                <a:spcPct val="20000"/>
              </a:spcBef>
              <a:buChar char="•"/>
              <a:defRPr sz="2000">
                <a:solidFill>
                  <a:schemeClr val="tx1"/>
                </a:solidFill>
                <a:latin typeface="Verdana" pitchFamily="34" charset="0"/>
              </a:defRPr>
            </a:lvl3pPr>
            <a:lvl4pPr marL="1600200" indent="-228600" eaLnBrk="0" hangingPunct="0">
              <a:spcBef>
                <a:spcPct val="20000"/>
              </a:spcBef>
              <a:buChar char="–"/>
              <a:defRPr sz="2000">
                <a:solidFill>
                  <a:schemeClr val="tx1"/>
                </a:solidFill>
                <a:latin typeface="Verdana" pitchFamily="34" charset="0"/>
              </a:defRPr>
            </a:lvl4pPr>
            <a:lvl5pPr marL="2057400" indent="-228600" eaLnBrk="0" hangingPunct="0">
              <a:spcBef>
                <a:spcPct val="20000"/>
              </a:spcBef>
              <a:buChar char="»"/>
              <a:defRPr sz="2000">
                <a:solidFill>
                  <a:schemeClr val="tx1"/>
                </a:solidFill>
                <a:latin typeface="Verdana" pitchFamily="34" charset="0"/>
              </a:defRPr>
            </a:lvl5pPr>
            <a:lvl6pPr marL="2514600" indent="-228600" eaLnBrk="0" fontAlgn="base" hangingPunct="0">
              <a:spcBef>
                <a:spcPct val="20000"/>
              </a:spcBef>
              <a:spcAft>
                <a:spcPct val="0"/>
              </a:spcAft>
              <a:buChar char="»"/>
              <a:defRPr sz="2000">
                <a:solidFill>
                  <a:schemeClr val="tx1"/>
                </a:solidFill>
                <a:latin typeface="Verdana" pitchFamily="34" charset="0"/>
              </a:defRPr>
            </a:lvl6pPr>
            <a:lvl7pPr marL="2971800" indent="-228600" eaLnBrk="0" fontAlgn="base" hangingPunct="0">
              <a:spcBef>
                <a:spcPct val="20000"/>
              </a:spcBef>
              <a:spcAft>
                <a:spcPct val="0"/>
              </a:spcAft>
              <a:buChar char="»"/>
              <a:defRPr sz="2000">
                <a:solidFill>
                  <a:schemeClr val="tx1"/>
                </a:solidFill>
                <a:latin typeface="Verdana" pitchFamily="34" charset="0"/>
              </a:defRPr>
            </a:lvl7pPr>
            <a:lvl8pPr marL="3429000" indent="-228600" eaLnBrk="0" fontAlgn="base" hangingPunct="0">
              <a:spcBef>
                <a:spcPct val="20000"/>
              </a:spcBef>
              <a:spcAft>
                <a:spcPct val="0"/>
              </a:spcAft>
              <a:buChar char="»"/>
              <a:defRPr sz="2000">
                <a:solidFill>
                  <a:schemeClr val="tx1"/>
                </a:solidFill>
                <a:latin typeface="Verdana" pitchFamily="34" charset="0"/>
              </a:defRPr>
            </a:lvl8pPr>
            <a:lvl9pPr marL="3886200" indent="-228600" eaLnBrk="0" fontAlgn="base" hangingPunct="0">
              <a:spcBef>
                <a:spcPct val="20000"/>
              </a:spcBef>
              <a:spcAft>
                <a:spcPct val="0"/>
              </a:spcAft>
              <a:buChar char="»"/>
              <a:defRPr sz="2000">
                <a:solidFill>
                  <a:schemeClr val="tx1"/>
                </a:solidFill>
                <a:latin typeface="Verdana" pitchFamily="34" charset="0"/>
              </a:defRPr>
            </a:lvl9pPr>
          </a:lstStyle>
          <a:p>
            <a:pPr eaLnBrk="1" hangingPunct="1">
              <a:spcBef>
                <a:spcPct val="0"/>
              </a:spcBef>
              <a:buFontTx/>
              <a:buNone/>
            </a:pPr>
            <a:r>
              <a:rPr lang="en-IE" altLang="en-US" sz="1200"/>
              <a:t> Slide </a:t>
            </a:r>
            <a:fld id="{A9FCC86E-D8D0-4443-A519-FCF810268315}" type="slidenum">
              <a:rPr lang="en-IE" altLang="en-US" sz="1200" smtClean="0"/>
              <a:pPr eaLnBrk="1" hangingPunct="1">
                <a:spcBef>
                  <a:spcPct val="0"/>
                </a:spcBef>
                <a:buFontTx/>
                <a:buNone/>
              </a:pPr>
              <a:t>10</a:t>
            </a:fld>
            <a:endParaRPr lang="en-IE" altLang="en-US" sz="1200"/>
          </a:p>
        </p:txBody>
      </p:sp>
      <p:sp>
        <p:nvSpPr>
          <p:cNvPr id="12291" name="Rectangle 2"/>
          <p:cNvSpPr>
            <a:spLocks noGrp="1" noChangeArrowheads="1"/>
          </p:cNvSpPr>
          <p:nvPr>
            <p:ph type="title"/>
          </p:nvPr>
        </p:nvSpPr>
        <p:spPr>
          <a:xfrm>
            <a:off x="609600" y="409575"/>
            <a:ext cx="8077200" cy="1143000"/>
          </a:xfrm>
        </p:spPr>
        <p:txBody>
          <a:bodyPr/>
          <a:lstStyle/>
          <a:p>
            <a:pPr eaLnBrk="1" hangingPunct="1"/>
            <a:r>
              <a:rPr lang="en-US" altLang="en-US" sz="3600"/>
              <a:t>Knowledge </a:t>
            </a:r>
            <a:r>
              <a:rPr lang="en-US" altLang="en-US" sz="2000">
                <a:latin typeface="Times New Roman" pitchFamily="18" charset="0"/>
              </a:rPr>
              <a:t>–</a:t>
            </a:r>
            <a:r>
              <a:rPr lang="en-US" altLang="en-US" sz="2000"/>
              <a:t> Explicit knowledge</a:t>
            </a:r>
            <a:r>
              <a:rPr lang="en-US" altLang="en-US"/>
              <a:t> </a:t>
            </a:r>
          </a:p>
        </p:txBody>
      </p:sp>
      <p:sp>
        <p:nvSpPr>
          <p:cNvPr id="12292" name="Rectangle 3"/>
          <p:cNvSpPr>
            <a:spLocks noGrp="1" noChangeArrowheads="1"/>
          </p:cNvSpPr>
          <p:nvPr>
            <p:ph type="body" idx="1"/>
          </p:nvPr>
        </p:nvSpPr>
        <p:spPr>
          <a:xfrm>
            <a:off x="684213" y="2852738"/>
            <a:ext cx="7804150" cy="3352800"/>
          </a:xfrm>
          <a:noFill/>
        </p:spPr>
        <p:txBody>
          <a:bodyPr/>
          <a:lstStyle/>
          <a:p>
            <a:pPr marL="744538" lvl="1" indent="-225425" eaLnBrk="1" hangingPunct="1">
              <a:lnSpc>
                <a:spcPct val="80000"/>
              </a:lnSpc>
              <a:tabLst>
                <a:tab pos="287338" algn="l"/>
              </a:tabLst>
            </a:pPr>
            <a:r>
              <a:rPr lang="en-US" altLang="zh-TW" sz="1800">
                <a:ea typeface="PMingLiU" pitchFamily="18" charset="-120"/>
              </a:rPr>
              <a:t>Data</a:t>
            </a:r>
          </a:p>
          <a:p>
            <a:pPr marL="744538" lvl="1" indent="-225425" eaLnBrk="1" hangingPunct="1">
              <a:lnSpc>
                <a:spcPct val="80000"/>
              </a:lnSpc>
              <a:tabLst>
                <a:tab pos="287338" algn="l"/>
              </a:tabLst>
            </a:pPr>
            <a:r>
              <a:rPr lang="en-US" altLang="zh-TW" sz="1800">
                <a:ea typeface="PMingLiU" pitchFamily="18" charset="-120"/>
              </a:rPr>
              <a:t>Policies</a:t>
            </a:r>
          </a:p>
          <a:p>
            <a:pPr marL="744538" lvl="1" indent="-225425" eaLnBrk="1" hangingPunct="1">
              <a:lnSpc>
                <a:spcPct val="80000"/>
              </a:lnSpc>
              <a:tabLst>
                <a:tab pos="287338" algn="l"/>
              </a:tabLst>
            </a:pPr>
            <a:r>
              <a:rPr lang="en-US" altLang="zh-TW" sz="1800">
                <a:ea typeface="PMingLiU" pitchFamily="18" charset="-120"/>
              </a:rPr>
              <a:t>Procedures</a:t>
            </a:r>
          </a:p>
          <a:p>
            <a:pPr marL="744538" lvl="1" indent="-225425" eaLnBrk="1" hangingPunct="1">
              <a:lnSpc>
                <a:spcPct val="80000"/>
              </a:lnSpc>
              <a:tabLst>
                <a:tab pos="287338" algn="l"/>
              </a:tabLst>
            </a:pPr>
            <a:r>
              <a:rPr lang="en-US" altLang="zh-TW" sz="1800">
                <a:ea typeface="PMingLiU" pitchFamily="18" charset="-120"/>
              </a:rPr>
              <a:t>Software</a:t>
            </a:r>
          </a:p>
          <a:p>
            <a:pPr marL="744538" lvl="1" indent="-225425" eaLnBrk="1" hangingPunct="1">
              <a:lnSpc>
                <a:spcPct val="80000"/>
              </a:lnSpc>
              <a:tabLst>
                <a:tab pos="287338" algn="l"/>
              </a:tabLst>
            </a:pPr>
            <a:r>
              <a:rPr lang="en-US" altLang="zh-TW" sz="1800">
                <a:ea typeface="PMingLiU" pitchFamily="18" charset="-120"/>
              </a:rPr>
              <a:t>Documents</a:t>
            </a:r>
          </a:p>
          <a:p>
            <a:pPr marL="744538" lvl="1" indent="-225425" eaLnBrk="1" hangingPunct="1">
              <a:lnSpc>
                <a:spcPct val="80000"/>
              </a:lnSpc>
              <a:tabLst>
                <a:tab pos="287338" algn="l"/>
              </a:tabLst>
            </a:pPr>
            <a:r>
              <a:rPr lang="en-US" altLang="zh-TW" sz="1800">
                <a:ea typeface="PMingLiU" pitchFamily="18" charset="-120"/>
              </a:rPr>
              <a:t>Products</a:t>
            </a:r>
          </a:p>
          <a:p>
            <a:pPr marL="744538" lvl="1" indent="-225425" eaLnBrk="1" hangingPunct="1">
              <a:lnSpc>
                <a:spcPct val="80000"/>
              </a:lnSpc>
              <a:tabLst>
                <a:tab pos="287338" algn="l"/>
              </a:tabLst>
            </a:pPr>
            <a:r>
              <a:rPr lang="en-US" altLang="zh-TW" sz="1800">
                <a:ea typeface="PMingLiU" pitchFamily="18" charset="-120"/>
              </a:rPr>
              <a:t>Strategies</a:t>
            </a:r>
          </a:p>
          <a:p>
            <a:pPr marL="744538" lvl="1" indent="-225425" eaLnBrk="1" hangingPunct="1">
              <a:lnSpc>
                <a:spcPct val="80000"/>
              </a:lnSpc>
              <a:tabLst>
                <a:tab pos="287338" algn="l"/>
              </a:tabLst>
            </a:pPr>
            <a:r>
              <a:rPr lang="en-US" altLang="zh-TW" sz="1800">
                <a:ea typeface="PMingLiU" pitchFamily="18" charset="-120"/>
              </a:rPr>
              <a:t>Goals</a:t>
            </a:r>
          </a:p>
          <a:p>
            <a:pPr marL="744538" lvl="1" indent="-225425" eaLnBrk="1" hangingPunct="1">
              <a:lnSpc>
                <a:spcPct val="80000"/>
              </a:lnSpc>
              <a:tabLst>
                <a:tab pos="287338" algn="l"/>
              </a:tabLst>
            </a:pPr>
            <a:r>
              <a:rPr lang="en-US" altLang="zh-TW" sz="1800">
                <a:ea typeface="PMingLiU" pitchFamily="18" charset="-120"/>
              </a:rPr>
              <a:t>Mission</a:t>
            </a:r>
          </a:p>
          <a:p>
            <a:pPr marL="744538" lvl="1" indent="-225425" eaLnBrk="1" hangingPunct="1">
              <a:lnSpc>
                <a:spcPct val="80000"/>
              </a:lnSpc>
              <a:tabLst>
                <a:tab pos="287338" algn="l"/>
              </a:tabLst>
            </a:pPr>
            <a:r>
              <a:rPr lang="en-US" altLang="zh-TW" sz="1800">
                <a:ea typeface="PMingLiU" pitchFamily="18" charset="-120"/>
              </a:rPr>
              <a:t>Core competencies </a:t>
            </a:r>
            <a:endParaRPr lang="en-US" altLang="zh-TW" sz="1800" b="1">
              <a:ea typeface="PMingLiU" pitchFamily="18" charset="-120"/>
            </a:endParaRPr>
          </a:p>
        </p:txBody>
      </p:sp>
      <p:sp>
        <p:nvSpPr>
          <p:cNvPr id="12293" name="Rectangle 4"/>
          <p:cNvSpPr>
            <a:spLocks noChangeArrowheads="1"/>
          </p:cNvSpPr>
          <p:nvPr/>
        </p:nvSpPr>
        <p:spPr bwMode="auto">
          <a:xfrm>
            <a:off x="1371600" y="1524000"/>
            <a:ext cx="77724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spcBef>
                <a:spcPct val="20000"/>
              </a:spcBef>
              <a:buChar char="•"/>
              <a:defRPr sz="2800">
                <a:solidFill>
                  <a:schemeClr val="tx1"/>
                </a:solidFill>
                <a:latin typeface="Verdana" pitchFamily="34" charset="0"/>
              </a:defRPr>
            </a:lvl1pPr>
            <a:lvl2pPr marL="742950" indent="-285750" eaLnBrk="0" hangingPunct="0">
              <a:spcBef>
                <a:spcPct val="20000"/>
              </a:spcBef>
              <a:buChar char="–"/>
              <a:defRPr sz="2400">
                <a:solidFill>
                  <a:schemeClr val="tx1"/>
                </a:solidFill>
                <a:latin typeface="Verdana" pitchFamily="34" charset="0"/>
              </a:defRPr>
            </a:lvl2pPr>
            <a:lvl3pPr marL="1143000" indent="-228600" eaLnBrk="0" hangingPunct="0">
              <a:spcBef>
                <a:spcPct val="20000"/>
              </a:spcBef>
              <a:buChar char="•"/>
              <a:defRPr sz="2000">
                <a:solidFill>
                  <a:schemeClr val="tx1"/>
                </a:solidFill>
                <a:latin typeface="Verdana" pitchFamily="34" charset="0"/>
              </a:defRPr>
            </a:lvl3pPr>
            <a:lvl4pPr marL="1600200" indent="-228600" eaLnBrk="0" hangingPunct="0">
              <a:spcBef>
                <a:spcPct val="20000"/>
              </a:spcBef>
              <a:buChar char="–"/>
              <a:defRPr sz="2000">
                <a:solidFill>
                  <a:schemeClr val="tx1"/>
                </a:solidFill>
                <a:latin typeface="Verdana" pitchFamily="34" charset="0"/>
              </a:defRPr>
            </a:lvl4pPr>
            <a:lvl5pPr marL="2057400" indent="-228600" eaLnBrk="0" hangingPunct="0">
              <a:spcBef>
                <a:spcPct val="20000"/>
              </a:spcBef>
              <a:buChar char="»"/>
              <a:defRPr sz="2000">
                <a:solidFill>
                  <a:schemeClr val="tx1"/>
                </a:solidFill>
                <a:latin typeface="Verdana" pitchFamily="34" charset="0"/>
              </a:defRPr>
            </a:lvl5pPr>
            <a:lvl6pPr marL="2514600" indent="-228600" eaLnBrk="0" fontAlgn="base" hangingPunct="0">
              <a:spcBef>
                <a:spcPct val="20000"/>
              </a:spcBef>
              <a:spcAft>
                <a:spcPct val="0"/>
              </a:spcAft>
              <a:buChar char="»"/>
              <a:defRPr sz="2000">
                <a:solidFill>
                  <a:schemeClr val="tx1"/>
                </a:solidFill>
                <a:latin typeface="Verdana" pitchFamily="34" charset="0"/>
              </a:defRPr>
            </a:lvl6pPr>
            <a:lvl7pPr marL="2971800" indent="-228600" eaLnBrk="0" fontAlgn="base" hangingPunct="0">
              <a:spcBef>
                <a:spcPct val="20000"/>
              </a:spcBef>
              <a:spcAft>
                <a:spcPct val="0"/>
              </a:spcAft>
              <a:buChar char="»"/>
              <a:defRPr sz="2000">
                <a:solidFill>
                  <a:schemeClr val="tx1"/>
                </a:solidFill>
                <a:latin typeface="Verdana" pitchFamily="34" charset="0"/>
              </a:defRPr>
            </a:lvl7pPr>
            <a:lvl8pPr marL="3429000" indent="-228600" eaLnBrk="0" fontAlgn="base" hangingPunct="0">
              <a:spcBef>
                <a:spcPct val="20000"/>
              </a:spcBef>
              <a:spcAft>
                <a:spcPct val="0"/>
              </a:spcAft>
              <a:buChar char="»"/>
              <a:defRPr sz="2000">
                <a:solidFill>
                  <a:schemeClr val="tx1"/>
                </a:solidFill>
                <a:latin typeface="Verdana" pitchFamily="34" charset="0"/>
              </a:defRPr>
            </a:lvl8pPr>
            <a:lvl9pPr marL="3886200" indent="-228600" eaLnBrk="0" fontAlgn="base" hangingPunct="0">
              <a:spcBef>
                <a:spcPct val="20000"/>
              </a:spcBef>
              <a:spcAft>
                <a:spcPct val="0"/>
              </a:spcAft>
              <a:buChar char="»"/>
              <a:defRPr sz="2000">
                <a:solidFill>
                  <a:schemeClr val="tx1"/>
                </a:solidFill>
                <a:latin typeface="Verdana" pitchFamily="34" charset="0"/>
              </a:defRPr>
            </a:lvl9pPr>
          </a:lstStyle>
          <a:p>
            <a:pPr>
              <a:spcBef>
                <a:spcPct val="0"/>
              </a:spcBef>
              <a:buFontTx/>
              <a:buNone/>
            </a:pPr>
            <a:r>
              <a:rPr lang="en-US" altLang="en-US" sz="2400">
                <a:solidFill>
                  <a:srgbClr val="337FCC"/>
                </a:solidFill>
                <a:latin typeface="Times New Roman" pitchFamily="18" charset="0"/>
              </a:rPr>
              <a:t>Explicit knowledge has been codified (documented) in a form that can be distributed to others or transformed into a process or strategy without requiring interpersonal interaction. </a:t>
            </a:r>
          </a:p>
        </p:txBody>
      </p:sp>
    </p:spTree>
    <p:extLst>
      <p:ext uri="{BB962C8B-B14F-4D97-AF65-F5344CB8AC3E}">
        <p14:creationId xmlns:p14="http://schemas.microsoft.com/office/powerpoint/2010/main" val="125416376"/>
      </p:ext>
    </p:extLst>
  </p:cSld>
  <p:clrMapOvr>
    <a:masterClrMapping/>
  </p:clrMapOvr>
  <p:transition spd="med" advTm="17112">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2800">
                <a:solidFill>
                  <a:schemeClr val="tx1"/>
                </a:solidFill>
                <a:latin typeface="Verdana" pitchFamily="34" charset="0"/>
              </a:defRPr>
            </a:lvl1pPr>
            <a:lvl2pPr marL="742950" indent="-285750" eaLnBrk="0" hangingPunct="0">
              <a:spcBef>
                <a:spcPct val="20000"/>
              </a:spcBef>
              <a:buChar char="–"/>
              <a:defRPr sz="2400">
                <a:solidFill>
                  <a:schemeClr val="tx1"/>
                </a:solidFill>
                <a:latin typeface="Verdana" pitchFamily="34" charset="0"/>
              </a:defRPr>
            </a:lvl2pPr>
            <a:lvl3pPr marL="1143000" indent="-228600" eaLnBrk="0" hangingPunct="0">
              <a:spcBef>
                <a:spcPct val="20000"/>
              </a:spcBef>
              <a:buChar char="•"/>
              <a:defRPr sz="2000">
                <a:solidFill>
                  <a:schemeClr val="tx1"/>
                </a:solidFill>
                <a:latin typeface="Verdana" pitchFamily="34" charset="0"/>
              </a:defRPr>
            </a:lvl3pPr>
            <a:lvl4pPr marL="1600200" indent="-228600" eaLnBrk="0" hangingPunct="0">
              <a:spcBef>
                <a:spcPct val="20000"/>
              </a:spcBef>
              <a:buChar char="–"/>
              <a:defRPr sz="2000">
                <a:solidFill>
                  <a:schemeClr val="tx1"/>
                </a:solidFill>
                <a:latin typeface="Verdana" pitchFamily="34" charset="0"/>
              </a:defRPr>
            </a:lvl4pPr>
            <a:lvl5pPr marL="2057400" indent="-228600" eaLnBrk="0" hangingPunct="0">
              <a:spcBef>
                <a:spcPct val="20000"/>
              </a:spcBef>
              <a:buChar char="»"/>
              <a:defRPr sz="2000">
                <a:solidFill>
                  <a:schemeClr val="tx1"/>
                </a:solidFill>
                <a:latin typeface="Verdana" pitchFamily="34" charset="0"/>
              </a:defRPr>
            </a:lvl5pPr>
            <a:lvl6pPr marL="2514600" indent="-228600" eaLnBrk="0" fontAlgn="base" hangingPunct="0">
              <a:spcBef>
                <a:spcPct val="20000"/>
              </a:spcBef>
              <a:spcAft>
                <a:spcPct val="0"/>
              </a:spcAft>
              <a:buChar char="»"/>
              <a:defRPr sz="2000">
                <a:solidFill>
                  <a:schemeClr val="tx1"/>
                </a:solidFill>
                <a:latin typeface="Verdana" pitchFamily="34" charset="0"/>
              </a:defRPr>
            </a:lvl6pPr>
            <a:lvl7pPr marL="2971800" indent="-228600" eaLnBrk="0" fontAlgn="base" hangingPunct="0">
              <a:spcBef>
                <a:spcPct val="20000"/>
              </a:spcBef>
              <a:spcAft>
                <a:spcPct val="0"/>
              </a:spcAft>
              <a:buChar char="»"/>
              <a:defRPr sz="2000">
                <a:solidFill>
                  <a:schemeClr val="tx1"/>
                </a:solidFill>
                <a:latin typeface="Verdana" pitchFamily="34" charset="0"/>
              </a:defRPr>
            </a:lvl7pPr>
            <a:lvl8pPr marL="3429000" indent="-228600" eaLnBrk="0" fontAlgn="base" hangingPunct="0">
              <a:spcBef>
                <a:spcPct val="20000"/>
              </a:spcBef>
              <a:spcAft>
                <a:spcPct val="0"/>
              </a:spcAft>
              <a:buChar char="»"/>
              <a:defRPr sz="2000">
                <a:solidFill>
                  <a:schemeClr val="tx1"/>
                </a:solidFill>
                <a:latin typeface="Verdana" pitchFamily="34" charset="0"/>
              </a:defRPr>
            </a:lvl8pPr>
            <a:lvl9pPr marL="3886200" indent="-228600" eaLnBrk="0" fontAlgn="base" hangingPunct="0">
              <a:spcBef>
                <a:spcPct val="20000"/>
              </a:spcBef>
              <a:spcAft>
                <a:spcPct val="0"/>
              </a:spcAft>
              <a:buChar char="»"/>
              <a:defRPr sz="2000">
                <a:solidFill>
                  <a:schemeClr val="tx1"/>
                </a:solidFill>
                <a:latin typeface="Verdana" pitchFamily="34" charset="0"/>
              </a:defRPr>
            </a:lvl9pPr>
          </a:lstStyle>
          <a:p>
            <a:pPr eaLnBrk="1" hangingPunct="1">
              <a:spcBef>
                <a:spcPct val="0"/>
              </a:spcBef>
              <a:buFontTx/>
              <a:buNone/>
            </a:pPr>
            <a:r>
              <a:rPr lang="en-IE" altLang="en-US" sz="1200"/>
              <a:t> Slide </a:t>
            </a:r>
            <a:fld id="{70CB9805-D956-4E36-B3AC-2014E6DE2CAE}" type="slidenum">
              <a:rPr lang="en-IE" altLang="en-US" sz="1200" smtClean="0"/>
              <a:pPr eaLnBrk="1" hangingPunct="1">
                <a:spcBef>
                  <a:spcPct val="0"/>
                </a:spcBef>
                <a:buFontTx/>
                <a:buNone/>
              </a:pPr>
              <a:t>11</a:t>
            </a:fld>
            <a:endParaRPr lang="en-IE" altLang="en-US" sz="1200"/>
          </a:p>
        </p:txBody>
      </p:sp>
      <p:sp>
        <p:nvSpPr>
          <p:cNvPr id="11267" name="Rectangle 2"/>
          <p:cNvSpPr>
            <a:spLocks noGrp="1" noChangeArrowheads="1"/>
          </p:cNvSpPr>
          <p:nvPr>
            <p:ph type="title"/>
          </p:nvPr>
        </p:nvSpPr>
        <p:spPr>
          <a:xfrm>
            <a:off x="533400" y="0"/>
            <a:ext cx="8077200" cy="1143000"/>
          </a:xfrm>
        </p:spPr>
        <p:txBody>
          <a:bodyPr/>
          <a:lstStyle/>
          <a:p>
            <a:pPr eaLnBrk="1" hangingPunct="1"/>
            <a:r>
              <a:rPr lang="en-US" altLang="en-US" sz="2800">
                <a:solidFill>
                  <a:schemeClr val="tx1"/>
                </a:solidFill>
              </a:rPr>
              <a:t>Tacit Knowledge</a:t>
            </a:r>
            <a:r>
              <a:rPr lang="en-US" altLang="en-US"/>
              <a:t> </a:t>
            </a:r>
          </a:p>
        </p:txBody>
      </p:sp>
      <p:sp>
        <p:nvSpPr>
          <p:cNvPr id="11268" name="Rectangle 3"/>
          <p:cNvSpPr>
            <a:spLocks noGrp="1" noChangeArrowheads="1"/>
          </p:cNvSpPr>
          <p:nvPr>
            <p:ph type="body" idx="1"/>
          </p:nvPr>
        </p:nvSpPr>
        <p:spPr/>
        <p:txBody>
          <a:bodyPr/>
          <a:lstStyle/>
          <a:p>
            <a:pPr eaLnBrk="1" hangingPunct="1"/>
            <a:r>
              <a:rPr lang="en-US" altLang="zh-TW" sz="2000">
                <a:ea typeface="PMingLiU" pitchFamily="18" charset="-120"/>
              </a:rPr>
              <a:t>Tacit knowledge is usually in the domain of subjective, cognitive, and experiential learning; it is highly personal and difficult to formalize.</a:t>
            </a:r>
          </a:p>
          <a:p>
            <a:pPr eaLnBrk="1" hangingPunct="1"/>
            <a:endParaRPr lang="en-US" altLang="zh-TW" sz="2000">
              <a:ea typeface="PMingLiU" pitchFamily="18" charset="-120"/>
            </a:endParaRPr>
          </a:p>
          <a:p>
            <a:pPr eaLnBrk="1" hangingPunct="1">
              <a:buFontTx/>
              <a:buNone/>
            </a:pPr>
            <a:endParaRPr lang="en-US" altLang="en-US" sz="2400"/>
          </a:p>
        </p:txBody>
      </p:sp>
    </p:spTree>
  </p:cSld>
  <p:clrMapOvr>
    <a:masterClrMapping/>
  </p:clrMapOvr>
  <p:transition spd="med" advTm="53029">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2800">
                <a:solidFill>
                  <a:schemeClr val="tx1"/>
                </a:solidFill>
                <a:latin typeface="Verdana" pitchFamily="34" charset="0"/>
              </a:defRPr>
            </a:lvl1pPr>
            <a:lvl2pPr marL="742950" indent="-285750" eaLnBrk="0" hangingPunct="0">
              <a:spcBef>
                <a:spcPct val="20000"/>
              </a:spcBef>
              <a:buChar char="–"/>
              <a:defRPr sz="2400">
                <a:solidFill>
                  <a:schemeClr val="tx1"/>
                </a:solidFill>
                <a:latin typeface="Verdana" pitchFamily="34" charset="0"/>
              </a:defRPr>
            </a:lvl2pPr>
            <a:lvl3pPr marL="1143000" indent="-228600" eaLnBrk="0" hangingPunct="0">
              <a:spcBef>
                <a:spcPct val="20000"/>
              </a:spcBef>
              <a:buChar char="•"/>
              <a:defRPr sz="2000">
                <a:solidFill>
                  <a:schemeClr val="tx1"/>
                </a:solidFill>
                <a:latin typeface="Verdana" pitchFamily="34" charset="0"/>
              </a:defRPr>
            </a:lvl3pPr>
            <a:lvl4pPr marL="1600200" indent="-228600" eaLnBrk="0" hangingPunct="0">
              <a:spcBef>
                <a:spcPct val="20000"/>
              </a:spcBef>
              <a:buChar char="–"/>
              <a:defRPr sz="2000">
                <a:solidFill>
                  <a:schemeClr val="tx1"/>
                </a:solidFill>
                <a:latin typeface="Verdana" pitchFamily="34" charset="0"/>
              </a:defRPr>
            </a:lvl4pPr>
            <a:lvl5pPr marL="2057400" indent="-228600" eaLnBrk="0" hangingPunct="0">
              <a:spcBef>
                <a:spcPct val="20000"/>
              </a:spcBef>
              <a:buChar char="»"/>
              <a:defRPr sz="2000">
                <a:solidFill>
                  <a:schemeClr val="tx1"/>
                </a:solidFill>
                <a:latin typeface="Verdana" pitchFamily="34" charset="0"/>
              </a:defRPr>
            </a:lvl5pPr>
            <a:lvl6pPr marL="2514600" indent="-228600" eaLnBrk="0" fontAlgn="base" hangingPunct="0">
              <a:spcBef>
                <a:spcPct val="20000"/>
              </a:spcBef>
              <a:spcAft>
                <a:spcPct val="0"/>
              </a:spcAft>
              <a:buChar char="»"/>
              <a:defRPr sz="2000">
                <a:solidFill>
                  <a:schemeClr val="tx1"/>
                </a:solidFill>
                <a:latin typeface="Verdana" pitchFamily="34" charset="0"/>
              </a:defRPr>
            </a:lvl6pPr>
            <a:lvl7pPr marL="2971800" indent="-228600" eaLnBrk="0" fontAlgn="base" hangingPunct="0">
              <a:spcBef>
                <a:spcPct val="20000"/>
              </a:spcBef>
              <a:spcAft>
                <a:spcPct val="0"/>
              </a:spcAft>
              <a:buChar char="»"/>
              <a:defRPr sz="2000">
                <a:solidFill>
                  <a:schemeClr val="tx1"/>
                </a:solidFill>
                <a:latin typeface="Verdana" pitchFamily="34" charset="0"/>
              </a:defRPr>
            </a:lvl7pPr>
            <a:lvl8pPr marL="3429000" indent="-228600" eaLnBrk="0" fontAlgn="base" hangingPunct="0">
              <a:spcBef>
                <a:spcPct val="20000"/>
              </a:spcBef>
              <a:spcAft>
                <a:spcPct val="0"/>
              </a:spcAft>
              <a:buChar char="»"/>
              <a:defRPr sz="2000">
                <a:solidFill>
                  <a:schemeClr val="tx1"/>
                </a:solidFill>
                <a:latin typeface="Verdana" pitchFamily="34" charset="0"/>
              </a:defRPr>
            </a:lvl8pPr>
            <a:lvl9pPr marL="3886200" indent="-228600" eaLnBrk="0" fontAlgn="base" hangingPunct="0">
              <a:spcBef>
                <a:spcPct val="20000"/>
              </a:spcBef>
              <a:spcAft>
                <a:spcPct val="0"/>
              </a:spcAft>
              <a:buChar char="»"/>
              <a:defRPr sz="2000">
                <a:solidFill>
                  <a:schemeClr val="tx1"/>
                </a:solidFill>
                <a:latin typeface="Verdana" pitchFamily="34" charset="0"/>
              </a:defRPr>
            </a:lvl9pPr>
          </a:lstStyle>
          <a:p>
            <a:pPr eaLnBrk="1" hangingPunct="1">
              <a:spcBef>
                <a:spcPct val="0"/>
              </a:spcBef>
              <a:buFontTx/>
              <a:buNone/>
            </a:pPr>
            <a:r>
              <a:rPr lang="en-IE" altLang="en-US" sz="1200"/>
              <a:t>    Slide </a:t>
            </a:r>
            <a:fld id="{CB68E50F-3E61-48CB-8FAE-9C084F6782D6}" type="slidenum">
              <a:rPr lang="en-IE" altLang="en-US" sz="1200" smtClean="0"/>
              <a:pPr eaLnBrk="1" hangingPunct="1">
                <a:spcBef>
                  <a:spcPct val="0"/>
                </a:spcBef>
                <a:buFontTx/>
                <a:buNone/>
              </a:pPr>
              <a:t>12</a:t>
            </a:fld>
            <a:endParaRPr lang="en-IE" altLang="en-US" sz="1200"/>
          </a:p>
        </p:txBody>
      </p:sp>
      <p:sp>
        <p:nvSpPr>
          <p:cNvPr id="13315" name="Rectangle 2"/>
          <p:cNvSpPr>
            <a:spLocks noGrp="1" noChangeArrowheads="1"/>
          </p:cNvSpPr>
          <p:nvPr>
            <p:ph type="title"/>
          </p:nvPr>
        </p:nvSpPr>
        <p:spPr>
          <a:xfrm>
            <a:off x="561975" y="514350"/>
            <a:ext cx="8077200" cy="1143000"/>
          </a:xfrm>
        </p:spPr>
        <p:txBody>
          <a:bodyPr/>
          <a:lstStyle/>
          <a:p>
            <a:pPr eaLnBrk="1" hangingPunct="1"/>
            <a:r>
              <a:rPr lang="en-US" altLang="en-US" sz="3600"/>
              <a:t>Knowledge </a:t>
            </a:r>
            <a:r>
              <a:rPr lang="en-US" altLang="en-US" sz="2000"/>
              <a:t>– Tacit knowledge</a:t>
            </a:r>
            <a:r>
              <a:rPr lang="en-US" altLang="en-US"/>
              <a:t> </a:t>
            </a:r>
          </a:p>
        </p:txBody>
      </p:sp>
      <p:sp>
        <p:nvSpPr>
          <p:cNvPr id="13316" name="Rectangle 3"/>
          <p:cNvSpPr>
            <a:spLocks noGrp="1" noChangeArrowheads="1"/>
          </p:cNvSpPr>
          <p:nvPr>
            <p:ph type="body" idx="1"/>
          </p:nvPr>
        </p:nvSpPr>
        <p:spPr>
          <a:xfrm>
            <a:off x="914400" y="1524000"/>
            <a:ext cx="7315200" cy="2743200"/>
          </a:xfrm>
          <a:noFill/>
        </p:spPr>
        <p:txBody>
          <a:bodyPr/>
          <a:lstStyle/>
          <a:p>
            <a:pPr marL="404813" indent="-404813" eaLnBrk="1" hangingPunct="1">
              <a:lnSpc>
                <a:spcPct val="80000"/>
              </a:lnSpc>
              <a:tabLst>
                <a:tab pos="287338" algn="l"/>
              </a:tabLst>
            </a:pPr>
            <a:r>
              <a:rPr lang="en-US" altLang="zh-TW" sz="2100">
                <a:latin typeface="Times New Roman" pitchFamily="18" charset="0"/>
                <a:ea typeface="PMingLiU" pitchFamily="18" charset="-120"/>
              </a:rPr>
              <a:t>Tacit knowledge is the cumulative store </a:t>
            </a:r>
          </a:p>
          <a:p>
            <a:pPr marL="404813" indent="-404813" eaLnBrk="1" hangingPunct="1">
              <a:lnSpc>
                <a:spcPct val="80000"/>
              </a:lnSpc>
              <a:buFontTx/>
              <a:buNone/>
              <a:tabLst>
                <a:tab pos="287338" algn="l"/>
              </a:tabLst>
            </a:pPr>
            <a:endParaRPr lang="en-US" altLang="zh-TW" sz="2100">
              <a:latin typeface="Times New Roman" pitchFamily="18" charset="0"/>
              <a:ea typeface="PMingLiU" pitchFamily="18" charset="-120"/>
            </a:endParaRPr>
          </a:p>
          <a:p>
            <a:pPr marL="744538" lvl="1" indent="-225425" eaLnBrk="1" hangingPunct="1">
              <a:lnSpc>
                <a:spcPct val="80000"/>
              </a:lnSpc>
              <a:tabLst>
                <a:tab pos="287338" algn="l"/>
              </a:tabLst>
            </a:pPr>
            <a:r>
              <a:rPr lang="en-US" altLang="zh-TW" sz="2000">
                <a:ea typeface="PMingLiU" pitchFamily="18" charset="-120"/>
              </a:rPr>
              <a:t>of the corporate experiences</a:t>
            </a:r>
          </a:p>
          <a:p>
            <a:pPr marL="744538" lvl="1" indent="-225425" eaLnBrk="1" hangingPunct="1">
              <a:lnSpc>
                <a:spcPct val="80000"/>
              </a:lnSpc>
              <a:tabLst>
                <a:tab pos="287338" algn="l"/>
              </a:tabLst>
            </a:pPr>
            <a:r>
              <a:rPr lang="en-US" altLang="zh-TW" sz="2000">
                <a:ea typeface="PMingLiU" pitchFamily="18" charset="-120"/>
              </a:rPr>
              <a:t>Mental maps</a:t>
            </a:r>
          </a:p>
          <a:p>
            <a:pPr marL="744538" lvl="1" indent="-225425" eaLnBrk="1" hangingPunct="1">
              <a:lnSpc>
                <a:spcPct val="80000"/>
              </a:lnSpc>
              <a:tabLst>
                <a:tab pos="287338" algn="l"/>
              </a:tabLst>
            </a:pPr>
            <a:r>
              <a:rPr lang="en-US" altLang="zh-TW" sz="2000">
                <a:ea typeface="PMingLiU" pitchFamily="18" charset="-120"/>
              </a:rPr>
              <a:t>Insights</a:t>
            </a:r>
          </a:p>
          <a:p>
            <a:pPr marL="744538" lvl="1" indent="-225425" eaLnBrk="1" hangingPunct="1">
              <a:lnSpc>
                <a:spcPct val="80000"/>
              </a:lnSpc>
              <a:tabLst>
                <a:tab pos="287338" algn="l"/>
              </a:tabLst>
            </a:pPr>
            <a:r>
              <a:rPr lang="en-US" altLang="zh-TW" sz="2000">
                <a:ea typeface="PMingLiU" pitchFamily="18" charset="-120"/>
              </a:rPr>
              <a:t>Acumen</a:t>
            </a:r>
          </a:p>
          <a:p>
            <a:pPr marL="744538" lvl="1" indent="-225425" eaLnBrk="1" hangingPunct="1">
              <a:lnSpc>
                <a:spcPct val="80000"/>
              </a:lnSpc>
              <a:tabLst>
                <a:tab pos="287338" algn="l"/>
              </a:tabLst>
            </a:pPr>
            <a:r>
              <a:rPr lang="en-US" altLang="zh-TW" sz="2000">
                <a:ea typeface="PMingLiU" pitchFamily="18" charset="-120"/>
              </a:rPr>
              <a:t>Expertise</a:t>
            </a:r>
          </a:p>
          <a:p>
            <a:pPr marL="744538" lvl="1" indent="-225425" eaLnBrk="1" hangingPunct="1">
              <a:lnSpc>
                <a:spcPct val="80000"/>
              </a:lnSpc>
              <a:tabLst>
                <a:tab pos="287338" algn="l"/>
              </a:tabLst>
            </a:pPr>
            <a:r>
              <a:rPr lang="en-US" altLang="zh-TW" sz="2000">
                <a:ea typeface="PMingLiU" pitchFamily="18" charset="-120"/>
              </a:rPr>
              <a:t>Know-how</a:t>
            </a:r>
          </a:p>
          <a:p>
            <a:pPr marL="744538" lvl="1" indent="-225425" eaLnBrk="1" hangingPunct="1">
              <a:lnSpc>
                <a:spcPct val="80000"/>
              </a:lnSpc>
              <a:tabLst>
                <a:tab pos="287338" algn="l"/>
              </a:tabLst>
            </a:pPr>
            <a:r>
              <a:rPr lang="en-US" altLang="zh-TW" sz="2000">
                <a:ea typeface="PMingLiU" pitchFamily="18" charset="-120"/>
              </a:rPr>
              <a:t>Trade secrets</a:t>
            </a:r>
          </a:p>
          <a:p>
            <a:pPr marL="744538" lvl="1" indent="-225425" eaLnBrk="1" hangingPunct="1">
              <a:lnSpc>
                <a:spcPct val="80000"/>
              </a:lnSpc>
              <a:tabLst>
                <a:tab pos="287338" algn="l"/>
              </a:tabLst>
            </a:pPr>
            <a:r>
              <a:rPr lang="en-US" altLang="zh-TW" sz="2000">
                <a:ea typeface="PMingLiU" pitchFamily="18" charset="-120"/>
              </a:rPr>
              <a:t>Skill sets</a:t>
            </a:r>
          </a:p>
          <a:p>
            <a:pPr marL="744538" lvl="1" indent="-225425" eaLnBrk="1" hangingPunct="1">
              <a:lnSpc>
                <a:spcPct val="80000"/>
              </a:lnSpc>
              <a:tabLst>
                <a:tab pos="287338" algn="l"/>
              </a:tabLst>
            </a:pPr>
            <a:r>
              <a:rPr lang="en-US" altLang="zh-TW" sz="2000">
                <a:ea typeface="PMingLiU" pitchFamily="18" charset="-120"/>
              </a:rPr>
              <a:t>Learning of an organization </a:t>
            </a:r>
          </a:p>
          <a:p>
            <a:pPr marL="744538" lvl="1" indent="-225425" eaLnBrk="1" hangingPunct="1">
              <a:lnSpc>
                <a:spcPct val="80000"/>
              </a:lnSpc>
              <a:tabLst>
                <a:tab pos="287338" algn="l"/>
              </a:tabLst>
            </a:pPr>
            <a:r>
              <a:rPr lang="en-US" altLang="zh-TW" sz="2000">
                <a:ea typeface="PMingLiU" pitchFamily="18" charset="-120"/>
              </a:rPr>
              <a:t>The organizational culture</a:t>
            </a:r>
          </a:p>
          <a:p>
            <a:pPr marL="404813" indent="-404813" eaLnBrk="1" hangingPunct="1">
              <a:lnSpc>
                <a:spcPct val="80000"/>
              </a:lnSpc>
              <a:tabLst>
                <a:tab pos="287338" algn="l"/>
              </a:tabLst>
            </a:pPr>
            <a:endParaRPr lang="en-US" altLang="zh-TW" sz="2100">
              <a:latin typeface="Times New Roman" pitchFamily="18" charset="0"/>
              <a:ea typeface="PMingLiU" pitchFamily="18" charset="-120"/>
            </a:endParaRPr>
          </a:p>
        </p:txBody>
      </p:sp>
    </p:spTree>
  </p:cSld>
  <p:clrMapOvr>
    <a:masterClrMapping/>
  </p:clrMapOvr>
  <p:transition spd="med" advTm="29519">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 </a:t>
            </a:r>
          </a:p>
        </p:txBody>
      </p:sp>
      <p:sp>
        <p:nvSpPr>
          <p:cNvPr id="3" name="Content Placeholder 2"/>
          <p:cNvSpPr>
            <a:spLocks noGrp="1"/>
          </p:cNvSpPr>
          <p:nvPr>
            <p:ph idx="1"/>
          </p:nvPr>
        </p:nvSpPr>
        <p:spPr/>
        <p:txBody>
          <a:bodyPr/>
          <a:lstStyle/>
          <a:p>
            <a:r>
              <a:rPr lang="en-GB" dirty="0"/>
              <a:t>“Data should be the vital raw material that strengthens and improves the machinery of decision making. </a:t>
            </a:r>
          </a:p>
          <a:p>
            <a:endParaRPr lang="en-GB" sz="1800" dirty="0"/>
          </a:p>
          <a:p>
            <a:endParaRPr lang="en-GB" sz="1800" dirty="0"/>
          </a:p>
          <a:p>
            <a:endParaRPr lang="en-GB" sz="1800" dirty="0"/>
          </a:p>
          <a:p>
            <a:endParaRPr lang="en-GB" sz="1800" dirty="0"/>
          </a:p>
          <a:p>
            <a:endParaRPr lang="en-GB" sz="1800" dirty="0"/>
          </a:p>
          <a:p>
            <a:endParaRPr lang="en-GB" sz="1800" dirty="0"/>
          </a:p>
          <a:p>
            <a:endParaRPr lang="en-GB" sz="1800" dirty="0"/>
          </a:p>
          <a:p>
            <a:endParaRPr lang="en-GB" sz="1800" dirty="0"/>
          </a:p>
          <a:p>
            <a:r>
              <a:rPr lang="en-GB" sz="1800" dirty="0"/>
              <a:t> </a:t>
            </a:r>
            <a:r>
              <a:rPr lang="en-GB" sz="1800" i="1" dirty="0"/>
              <a:t>Source: “Data-ism,” Steve </a:t>
            </a:r>
            <a:r>
              <a:rPr lang="en-GB" sz="1800" i="1" dirty="0" err="1"/>
              <a:t>Lohr</a:t>
            </a:r>
            <a:r>
              <a:rPr lang="en-GB" sz="1800" i="1" dirty="0"/>
              <a:t> (2015)</a:t>
            </a:r>
            <a:endParaRPr lang="en-IE" sz="1800" i="1" dirty="0"/>
          </a:p>
        </p:txBody>
      </p:sp>
      <p:sp>
        <p:nvSpPr>
          <p:cNvPr id="4" name="Slide Number Placeholder 3"/>
          <p:cNvSpPr>
            <a:spLocks noGrp="1"/>
          </p:cNvSpPr>
          <p:nvPr>
            <p:ph type="sldNum" sz="quarter" idx="10"/>
          </p:nvPr>
        </p:nvSpPr>
        <p:spPr/>
        <p:txBody>
          <a:bodyPr/>
          <a:lstStyle/>
          <a:p>
            <a:pPr>
              <a:defRPr/>
            </a:pPr>
            <a:r>
              <a:rPr lang="en-IE"/>
              <a:t> Slide </a:t>
            </a:r>
            <a:fld id="{B20E48F1-442D-415E-BEBE-FB09171073EE}" type="slidenum">
              <a:rPr lang="en-IE" smtClean="0"/>
              <a:pPr>
                <a:defRPr/>
              </a:pPr>
              <a:t>13</a:t>
            </a:fld>
            <a:endParaRPr lang="en-IE"/>
          </a:p>
        </p:txBody>
      </p:sp>
    </p:spTree>
    <p:extLst>
      <p:ext uri="{BB962C8B-B14F-4D97-AF65-F5344CB8AC3E}">
        <p14:creationId xmlns:p14="http://schemas.microsoft.com/office/powerpoint/2010/main" val="4107088000"/>
      </p:ext>
    </p:extLst>
  </p:cSld>
  <p:clrMapOvr>
    <a:masterClrMapping/>
  </p:clrMapOvr>
  <mc:AlternateContent xmlns:mc="http://schemas.openxmlformats.org/markup-compatibility/2006" xmlns:p14="http://schemas.microsoft.com/office/powerpoint/2010/main">
    <mc:Choice Requires="p14">
      <p:transition spd="slow" p14:dur="2000" advTm="12507"/>
    </mc:Choice>
    <mc:Fallback xmlns="">
      <p:transition spd="slow" advTm="12507"/>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 </a:t>
            </a:r>
          </a:p>
        </p:txBody>
      </p:sp>
      <p:sp>
        <p:nvSpPr>
          <p:cNvPr id="3" name="Content Placeholder 2"/>
          <p:cNvSpPr>
            <a:spLocks noGrp="1"/>
          </p:cNvSpPr>
          <p:nvPr>
            <p:ph idx="1"/>
          </p:nvPr>
        </p:nvSpPr>
        <p:spPr/>
        <p:txBody>
          <a:bodyPr/>
          <a:lstStyle/>
          <a:p>
            <a:r>
              <a:rPr lang="en-GB" dirty="0">
                <a:solidFill>
                  <a:schemeClr val="bg1">
                    <a:lumMod val="65000"/>
                  </a:schemeClr>
                </a:solidFill>
              </a:rPr>
              <a:t>“Data should be the vital raw material that strengthens and improves the machinery of decision making. </a:t>
            </a:r>
          </a:p>
          <a:p>
            <a:r>
              <a:rPr lang="en-GB" dirty="0"/>
              <a:t>Data is the input, and the output is smarter choices and wiser judgments. But the data paradox is that a world richer and richer in data has so far yielded little payoff in most fields. </a:t>
            </a:r>
          </a:p>
          <a:p>
            <a:endParaRPr lang="en-GB" sz="1800" dirty="0"/>
          </a:p>
          <a:p>
            <a:endParaRPr lang="en-GB" sz="1800" dirty="0"/>
          </a:p>
          <a:p>
            <a:r>
              <a:rPr lang="en-GB" sz="1800" dirty="0"/>
              <a:t> </a:t>
            </a:r>
            <a:r>
              <a:rPr lang="en-GB" sz="1800" i="1" dirty="0"/>
              <a:t>Source: “Data-ism,” Steve </a:t>
            </a:r>
            <a:r>
              <a:rPr lang="en-GB" sz="1800" i="1" dirty="0" err="1"/>
              <a:t>Lohr</a:t>
            </a:r>
            <a:r>
              <a:rPr lang="en-GB" sz="1800" i="1" dirty="0"/>
              <a:t> (2015)</a:t>
            </a:r>
            <a:endParaRPr lang="en-IE" sz="1800" i="1" dirty="0"/>
          </a:p>
        </p:txBody>
      </p:sp>
      <p:sp>
        <p:nvSpPr>
          <p:cNvPr id="4" name="Slide Number Placeholder 3"/>
          <p:cNvSpPr>
            <a:spLocks noGrp="1"/>
          </p:cNvSpPr>
          <p:nvPr>
            <p:ph type="sldNum" sz="quarter" idx="10"/>
          </p:nvPr>
        </p:nvSpPr>
        <p:spPr/>
        <p:txBody>
          <a:bodyPr/>
          <a:lstStyle/>
          <a:p>
            <a:pPr>
              <a:defRPr/>
            </a:pPr>
            <a:r>
              <a:rPr lang="en-IE"/>
              <a:t> Slide </a:t>
            </a:r>
            <a:fld id="{B20E48F1-442D-415E-BEBE-FB09171073EE}" type="slidenum">
              <a:rPr lang="en-IE" smtClean="0"/>
              <a:pPr>
                <a:defRPr/>
              </a:pPr>
              <a:t>14</a:t>
            </a:fld>
            <a:endParaRPr lang="en-IE"/>
          </a:p>
        </p:txBody>
      </p:sp>
    </p:spTree>
    <p:extLst>
      <p:ext uri="{BB962C8B-B14F-4D97-AF65-F5344CB8AC3E}">
        <p14:creationId xmlns:p14="http://schemas.microsoft.com/office/powerpoint/2010/main" val="2438800097"/>
      </p:ext>
    </p:extLst>
  </p:cSld>
  <p:clrMapOvr>
    <a:masterClrMapping/>
  </p:clrMapOvr>
  <mc:AlternateContent xmlns:mc="http://schemas.openxmlformats.org/markup-compatibility/2006" xmlns:p14="http://schemas.microsoft.com/office/powerpoint/2010/main">
    <mc:Choice Requires="p14">
      <p:transition spd="slow" p14:dur="2000" advTm="24570"/>
    </mc:Choice>
    <mc:Fallback xmlns="">
      <p:transition spd="slow" advTm="2457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 </a:t>
            </a:r>
          </a:p>
        </p:txBody>
      </p:sp>
      <p:sp>
        <p:nvSpPr>
          <p:cNvPr id="3" name="Content Placeholder 2"/>
          <p:cNvSpPr>
            <a:spLocks noGrp="1"/>
          </p:cNvSpPr>
          <p:nvPr>
            <p:ph idx="1"/>
          </p:nvPr>
        </p:nvSpPr>
        <p:spPr/>
        <p:txBody>
          <a:bodyPr/>
          <a:lstStyle/>
          <a:p>
            <a:r>
              <a:rPr lang="en-GB" dirty="0">
                <a:solidFill>
                  <a:schemeClr val="bg1">
                    <a:lumMod val="65000"/>
                  </a:schemeClr>
                </a:solidFill>
              </a:rPr>
              <a:t>“Data should be the vital raw material that strengthens and improves the machinery of decision making. </a:t>
            </a:r>
          </a:p>
          <a:p>
            <a:r>
              <a:rPr lang="en-GB" dirty="0">
                <a:solidFill>
                  <a:schemeClr val="bg1">
                    <a:lumMod val="65000"/>
                  </a:schemeClr>
                </a:solidFill>
              </a:rPr>
              <a:t>Data is the input, and the output is smarter choices and wiser judgments. But the data paradox is that a world richer and richer in data has so far yielded little payoff in most fields. </a:t>
            </a:r>
          </a:p>
          <a:p>
            <a:r>
              <a:rPr lang="en-GB" dirty="0"/>
              <a:t>The supply of data races ahead, while the ability to use it lags badly.”</a:t>
            </a:r>
          </a:p>
          <a:p>
            <a:r>
              <a:rPr lang="en-GB" sz="1800" dirty="0"/>
              <a:t> </a:t>
            </a:r>
            <a:r>
              <a:rPr lang="en-GB" sz="1800" i="1" dirty="0"/>
              <a:t>Source: “Data-ism,” Steve </a:t>
            </a:r>
            <a:r>
              <a:rPr lang="en-GB" sz="1800" i="1" dirty="0" err="1"/>
              <a:t>Lohr</a:t>
            </a:r>
            <a:r>
              <a:rPr lang="en-GB" sz="1800" i="1" dirty="0"/>
              <a:t> (2015)</a:t>
            </a:r>
            <a:endParaRPr lang="en-IE" sz="1800" i="1" dirty="0"/>
          </a:p>
        </p:txBody>
      </p:sp>
      <p:sp>
        <p:nvSpPr>
          <p:cNvPr id="4" name="Slide Number Placeholder 3"/>
          <p:cNvSpPr>
            <a:spLocks noGrp="1"/>
          </p:cNvSpPr>
          <p:nvPr>
            <p:ph type="sldNum" sz="quarter" idx="10"/>
          </p:nvPr>
        </p:nvSpPr>
        <p:spPr/>
        <p:txBody>
          <a:bodyPr/>
          <a:lstStyle/>
          <a:p>
            <a:pPr>
              <a:defRPr/>
            </a:pPr>
            <a:r>
              <a:rPr lang="en-IE"/>
              <a:t> Slide </a:t>
            </a:r>
            <a:fld id="{B20E48F1-442D-415E-BEBE-FB09171073EE}" type="slidenum">
              <a:rPr lang="en-IE" smtClean="0"/>
              <a:pPr>
                <a:defRPr/>
              </a:pPr>
              <a:t>15</a:t>
            </a:fld>
            <a:endParaRPr lang="en-IE"/>
          </a:p>
        </p:txBody>
      </p:sp>
    </p:spTree>
    <p:extLst>
      <p:ext uri="{BB962C8B-B14F-4D97-AF65-F5344CB8AC3E}">
        <p14:creationId xmlns:p14="http://schemas.microsoft.com/office/powerpoint/2010/main" val="3326329160"/>
      </p:ext>
    </p:extLst>
  </p:cSld>
  <p:clrMapOvr>
    <a:masterClrMapping/>
  </p:clrMapOvr>
  <mc:AlternateContent xmlns:mc="http://schemas.openxmlformats.org/markup-compatibility/2006" xmlns:p14="http://schemas.microsoft.com/office/powerpoint/2010/main">
    <mc:Choice Requires="p14">
      <p:transition spd="slow" p14:dur="2000" advTm="12076"/>
    </mc:Choice>
    <mc:Fallback xmlns="">
      <p:transition spd="slow" advTm="12076"/>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lumMod val="40000"/>
              <a:lumOff val="60000"/>
            </a:schemeClr>
          </a:solidFill>
        </p:spPr>
        <p:txBody>
          <a:bodyPr/>
          <a:lstStyle/>
          <a:p>
            <a:r>
              <a:rPr lang="en-IE" dirty="0"/>
              <a:t> </a:t>
            </a:r>
          </a:p>
        </p:txBody>
      </p:sp>
      <p:sp>
        <p:nvSpPr>
          <p:cNvPr id="3" name="Content Placeholder 2"/>
          <p:cNvSpPr>
            <a:spLocks noGrp="1"/>
          </p:cNvSpPr>
          <p:nvPr>
            <p:ph idx="1"/>
          </p:nvPr>
        </p:nvSpPr>
        <p:spPr/>
        <p:txBody>
          <a:bodyPr/>
          <a:lstStyle/>
          <a:p>
            <a:r>
              <a:rPr lang="en-GB" i="1" dirty="0"/>
              <a:t>“Time after time it happens that some ignorant or presumptuous member of a committee or a board of directors will upset the carefully-thought-out plan of a man who knows the facts, simply because the man with the facts cannot present his facts readily enough to overcome the opposition.”</a:t>
            </a:r>
          </a:p>
          <a:p>
            <a:r>
              <a:rPr lang="en-GB" sz="1600" dirty="0"/>
              <a:t>Willard Brinton began his landmark book “Graphic Methods for Presenting Facts” 1914</a:t>
            </a:r>
            <a:endParaRPr lang="en-IE" sz="1600" i="1" dirty="0"/>
          </a:p>
        </p:txBody>
      </p:sp>
      <p:sp>
        <p:nvSpPr>
          <p:cNvPr id="4" name="Slide Number Placeholder 3"/>
          <p:cNvSpPr>
            <a:spLocks noGrp="1"/>
          </p:cNvSpPr>
          <p:nvPr>
            <p:ph type="sldNum" sz="quarter" idx="10"/>
          </p:nvPr>
        </p:nvSpPr>
        <p:spPr/>
        <p:txBody>
          <a:bodyPr/>
          <a:lstStyle/>
          <a:p>
            <a:pPr>
              <a:defRPr/>
            </a:pPr>
            <a:r>
              <a:rPr lang="en-IE"/>
              <a:t> Slide </a:t>
            </a:r>
            <a:fld id="{B20E48F1-442D-415E-BEBE-FB09171073EE}" type="slidenum">
              <a:rPr lang="en-IE" smtClean="0"/>
              <a:pPr>
                <a:defRPr/>
              </a:pPr>
              <a:t>16</a:t>
            </a:fld>
            <a:endParaRPr lang="en-IE"/>
          </a:p>
        </p:txBody>
      </p:sp>
    </p:spTree>
    <p:extLst>
      <p:ext uri="{BB962C8B-B14F-4D97-AF65-F5344CB8AC3E}">
        <p14:creationId xmlns:p14="http://schemas.microsoft.com/office/powerpoint/2010/main" val="1042030955"/>
      </p:ext>
    </p:extLst>
  </p:cSld>
  <p:clrMapOvr>
    <a:masterClrMapping/>
  </p:clrMapOvr>
  <mc:AlternateContent xmlns:mc="http://schemas.openxmlformats.org/markup-compatibility/2006" xmlns:p14="http://schemas.microsoft.com/office/powerpoint/2010/main">
    <mc:Choice Requires="p14">
      <p:transition spd="slow" p14:dur="2000" advTm="40473"/>
    </mc:Choice>
    <mc:Fallback xmlns="">
      <p:transition spd="slow" advTm="40473"/>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Data privacy and privacy policies</a:t>
            </a:r>
            <a:endParaRPr lang="en-IE" dirty="0"/>
          </a:p>
        </p:txBody>
      </p:sp>
      <p:sp>
        <p:nvSpPr>
          <p:cNvPr id="3" name="Content Placeholder 2"/>
          <p:cNvSpPr>
            <a:spLocks noGrp="1"/>
          </p:cNvSpPr>
          <p:nvPr>
            <p:ph idx="1"/>
          </p:nvPr>
        </p:nvSpPr>
        <p:spPr/>
        <p:txBody>
          <a:bodyPr/>
          <a:lstStyle/>
          <a:p>
            <a:r>
              <a:rPr lang="en-GB" dirty="0"/>
              <a:t>Data privacy and privacy policies, which are the backbone of understanding data rights.</a:t>
            </a:r>
          </a:p>
          <a:p>
            <a:endParaRPr lang="en-IE" dirty="0"/>
          </a:p>
        </p:txBody>
      </p:sp>
      <p:sp>
        <p:nvSpPr>
          <p:cNvPr id="4" name="Slide Number Placeholder 3"/>
          <p:cNvSpPr>
            <a:spLocks noGrp="1"/>
          </p:cNvSpPr>
          <p:nvPr>
            <p:ph type="sldNum" sz="quarter" idx="10"/>
          </p:nvPr>
        </p:nvSpPr>
        <p:spPr/>
        <p:txBody>
          <a:bodyPr/>
          <a:lstStyle/>
          <a:p>
            <a:pPr>
              <a:defRPr/>
            </a:pPr>
            <a:r>
              <a:rPr lang="en-IE"/>
              <a:t> Slide </a:t>
            </a:r>
            <a:fld id="{B20E48F1-442D-415E-BEBE-FB09171073EE}" type="slidenum">
              <a:rPr lang="en-IE" smtClean="0"/>
              <a:pPr>
                <a:defRPr/>
              </a:pPr>
              <a:t>17</a:t>
            </a:fld>
            <a:endParaRPr lang="en-IE"/>
          </a:p>
        </p:txBody>
      </p:sp>
    </p:spTree>
    <p:extLst>
      <p:ext uri="{BB962C8B-B14F-4D97-AF65-F5344CB8AC3E}">
        <p14:creationId xmlns:p14="http://schemas.microsoft.com/office/powerpoint/2010/main" val="3255308754"/>
      </p:ext>
    </p:extLst>
  </p:cSld>
  <p:clrMapOvr>
    <a:masterClrMapping/>
  </p:clrMapOvr>
  <mc:AlternateContent xmlns:mc="http://schemas.openxmlformats.org/markup-compatibility/2006" xmlns:p14="http://schemas.microsoft.com/office/powerpoint/2010/main">
    <mc:Choice Requires="p14">
      <p:transition spd="slow" p14:dur="2000" advTm="6177"/>
    </mc:Choice>
    <mc:Fallback xmlns="">
      <p:transition spd="slow" advTm="6177"/>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90890-5E51-1810-0C8B-D7FFA51843D6}"/>
              </a:ext>
            </a:extLst>
          </p:cNvPr>
          <p:cNvSpPr>
            <a:spLocks noGrp="1"/>
          </p:cNvSpPr>
          <p:nvPr>
            <p:ph type="title"/>
          </p:nvPr>
        </p:nvSpPr>
        <p:spPr/>
        <p:txBody>
          <a:bodyPr/>
          <a:lstStyle/>
          <a:p>
            <a:r>
              <a:rPr lang="en-US" dirty="0"/>
              <a:t>Fines for Meta</a:t>
            </a:r>
          </a:p>
        </p:txBody>
      </p:sp>
      <p:sp>
        <p:nvSpPr>
          <p:cNvPr id="3" name="Content Placeholder 2">
            <a:extLst>
              <a:ext uri="{FF2B5EF4-FFF2-40B4-BE49-F238E27FC236}">
                <a16:creationId xmlns:a16="http://schemas.microsoft.com/office/drawing/2014/main" id="{DC4BF738-79D6-69F7-E923-D216704CD807}"/>
              </a:ext>
            </a:extLst>
          </p:cNvPr>
          <p:cNvSpPr>
            <a:spLocks noGrp="1"/>
          </p:cNvSpPr>
          <p:nvPr>
            <p:ph idx="1"/>
          </p:nvPr>
        </p:nvSpPr>
        <p:spPr/>
        <p:txBody>
          <a:bodyPr/>
          <a:lstStyle/>
          <a:p>
            <a:pPr algn="l" rtl="0">
              <a:spcBef>
                <a:spcPts val="75"/>
              </a:spcBef>
            </a:pPr>
            <a:r>
              <a:rPr lang="en-IE" dirty="0">
                <a:effectLst/>
                <a:latin typeface="Arial" panose="020B0604020202020204" pitchFamily="34" charset="0"/>
              </a:rPr>
              <a:t>Meta (Jan 2023) fined by the Irish Data Protection Commission more than $400 million </a:t>
            </a:r>
            <a:r>
              <a:rPr lang="en-IE" dirty="0">
                <a:latin typeface="Arial" panose="020B0604020202020204" pitchFamily="34" charset="0"/>
              </a:rPr>
              <a:t>---</a:t>
            </a:r>
            <a:r>
              <a:rPr lang="en-IE" dirty="0">
                <a:effectLst/>
                <a:latin typeface="Arial" panose="020B0604020202020204" pitchFamily="34" charset="0"/>
              </a:rPr>
              <a:t>the company’s advertising and data handling practices were in</a:t>
            </a:r>
            <a:r>
              <a:rPr lang="en-IE" dirty="0">
                <a:latin typeface="Arial" panose="020B0604020202020204" pitchFamily="34" charset="0"/>
              </a:rPr>
              <a:t> </a:t>
            </a:r>
            <a:r>
              <a:rPr lang="en-IE" dirty="0">
                <a:effectLst/>
                <a:latin typeface="Arial" panose="020B0604020202020204" pitchFamily="34" charset="0"/>
              </a:rPr>
              <a:t>breach of EU privacy laws.</a:t>
            </a:r>
          </a:p>
          <a:p>
            <a:pPr algn="l" rtl="0">
              <a:spcBef>
                <a:spcPts val="75"/>
              </a:spcBef>
            </a:pPr>
            <a:endParaRPr lang="en-IE" dirty="0">
              <a:effectLst/>
              <a:latin typeface="Arial" panose="020B0604020202020204" pitchFamily="34" charset="0"/>
            </a:endParaRPr>
          </a:p>
          <a:p>
            <a:pPr marL="0" indent="0" algn="l" rtl="0">
              <a:spcBef>
                <a:spcPts val="75"/>
              </a:spcBef>
              <a:buNone/>
            </a:pPr>
            <a:r>
              <a:rPr lang="en-IE" u="sng" dirty="0">
                <a:latin typeface="Arial" panose="020B0604020202020204" pitchFamily="34" charset="0"/>
              </a:rPr>
              <a:t>Two Fines</a:t>
            </a:r>
            <a:endParaRPr lang="en-IE" u="sng" dirty="0">
              <a:effectLst/>
              <a:latin typeface="Arial" panose="020B0604020202020204" pitchFamily="34" charset="0"/>
            </a:endParaRPr>
          </a:p>
          <a:p>
            <a:pPr algn="l" rtl="0">
              <a:spcBef>
                <a:spcPts val="75"/>
              </a:spcBef>
            </a:pPr>
            <a:r>
              <a:rPr lang="en-IE" dirty="0">
                <a:effectLst/>
                <a:latin typeface="Arial" panose="020B0604020202020204" pitchFamily="34" charset="0"/>
              </a:rPr>
              <a:t>210 million euro fine for  violations of EU GDPR - Facebook</a:t>
            </a:r>
          </a:p>
          <a:p>
            <a:pPr>
              <a:spcBef>
                <a:spcPts val="75"/>
              </a:spcBef>
            </a:pPr>
            <a:r>
              <a:rPr lang="en-IE" dirty="0">
                <a:effectLst/>
                <a:latin typeface="Arial" panose="020B0604020202020204" pitchFamily="34" charset="0"/>
              </a:rPr>
              <a:t>180 million euro fine related to breaches of the EU GDPR by Instagram</a:t>
            </a:r>
            <a:br>
              <a:rPr lang="en-IE" dirty="0">
                <a:effectLst/>
              </a:rPr>
            </a:br>
            <a:br>
              <a:rPr lang="en-IE" dirty="0">
                <a:effectLst/>
              </a:rPr>
            </a:br>
            <a:br>
              <a:rPr lang="en-IE" b="0" i="0" dirty="0">
                <a:solidFill>
                  <a:srgbClr val="000000"/>
                </a:solidFill>
                <a:effectLst/>
                <a:latin typeface="Arial" panose="020B0604020202020204" pitchFamily="34" charset="0"/>
              </a:rPr>
            </a:br>
            <a:endParaRPr lang="en-IE" b="0" i="0" dirty="0">
              <a:solidFill>
                <a:srgbClr val="000000"/>
              </a:solidFill>
              <a:effectLst/>
              <a:latin typeface="Arial" panose="020B0604020202020204" pitchFamily="34" charset="0"/>
            </a:endParaRPr>
          </a:p>
          <a:p>
            <a:endParaRPr lang="en-US" dirty="0"/>
          </a:p>
        </p:txBody>
      </p:sp>
      <p:sp>
        <p:nvSpPr>
          <p:cNvPr id="4" name="Slide Number Placeholder 3">
            <a:extLst>
              <a:ext uri="{FF2B5EF4-FFF2-40B4-BE49-F238E27FC236}">
                <a16:creationId xmlns:a16="http://schemas.microsoft.com/office/drawing/2014/main" id="{BE460641-8DA4-6970-CD66-474616D8B112}"/>
              </a:ext>
            </a:extLst>
          </p:cNvPr>
          <p:cNvSpPr>
            <a:spLocks noGrp="1"/>
          </p:cNvSpPr>
          <p:nvPr>
            <p:ph type="sldNum" sz="quarter" idx="10"/>
          </p:nvPr>
        </p:nvSpPr>
        <p:spPr/>
        <p:txBody>
          <a:bodyPr/>
          <a:lstStyle/>
          <a:p>
            <a:pPr>
              <a:defRPr/>
            </a:pPr>
            <a:r>
              <a:rPr lang="en-IE"/>
              <a:t> Slide </a:t>
            </a:r>
            <a:fld id="{B20E48F1-442D-415E-BEBE-FB09171073EE}" type="slidenum">
              <a:rPr lang="en-IE" smtClean="0"/>
              <a:pPr>
                <a:defRPr/>
              </a:pPr>
              <a:t>18</a:t>
            </a:fld>
            <a:endParaRPr lang="en-IE"/>
          </a:p>
        </p:txBody>
      </p:sp>
    </p:spTree>
    <p:extLst>
      <p:ext uri="{BB962C8B-B14F-4D97-AF65-F5344CB8AC3E}">
        <p14:creationId xmlns:p14="http://schemas.microsoft.com/office/powerpoint/2010/main" val="16117559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idx="4294967295"/>
          </p:nvPr>
        </p:nvSpPr>
        <p:spPr/>
        <p:txBody>
          <a:bodyPr/>
          <a:lstStyle/>
          <a:p>
            <a:pPr eaLnBrk="1" hangingPunct="1"/>
            <a:r>
              <a:rPr lang="en-US" altLang="en-US" b="1">
                <a:hlinkClick r:id="rId3"/>
              </a:rPr>
              <a:t>Data Mining</a:t>
            </a:r>
            <a:endParaRPr lang="en-US" altLang="en-US" b="1"/>
          </a:p>
        </p:txBody>
      </p:sp>
      <p:sp>
        <p:nvSpPr>
          <p:cNvPr id="20483" name="Rectangle 3"/>
          <p:cNvSpPr>
            <a:spLocks noGrp="1" noChangeArrowheads="1"/>
          </p:cNvSpPr>
          <p:nvPr>
            <p:ph type="body" idx="4294967295"/>
          </p:nvPr>
        </p:nvSpPr>
        <p:spPr/>
        <p:txBody>
          <a:bodyPr/>
          <a:lstStyle/>
          <a:p>
            <a:pPr eaLnBrk="1" hangingPunct="1"/>
            <a:endParaRPr lang="en-US" altLang="en-US" sz="2400"/>
          </a:p>
          <a:p>
            <a:pPr eaLnBrk="1" hangingPunct="1"/>
            <a:endParaRPr lang="en-US" altLang="en-US" sz="2400"/>
          </a:p>
        </p:txBody>
      </p:sp>
      <p:pic>
        <p:nvPicPr>
          <p:cNvPr id="20484" name="Picture 3" descr="DATA-MINING1.gif"/>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81000" y="1452563"/>
            <a:ext cx="6096000" cy="439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38363567"/>
      </p:ext>
    </p:extLst>
  </p:cSld>
  <p:clrMapOvr>
    <a:masterClrMapping/>
  </p:clrMapOvr>
  <mc:AlternateContent xmlns:mc="http://schemas.openxmlformats.org/markup-compatibility/2006" xmlns:p14="http://schemas.microsoft.com/office/powerpoint/2010/main">
    <mc:Choice Requires="p14">
      <p:transition spd="slow" p14:dur="2000" advTm="34508"/>
    </mc:Choice>
    <mc:Fallback xmlns="">
      <p:transition spd="slow" advTm="34508"/>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idx="4294967295"/>
          </p:nvPr>
        </p:nvSpPr>
        <p:spPr/>
        <p:txBody>
          <a:bodyPr/>
          <a:lstStyle/>
          <a:p>
            <a:pPr eaLnBrk="1" hangingPunct="1"/>
            <a:r>
              <a:rPr lang="en-US" altLang="en-US" b="1"/>
              <a:t>Multidimensional Analysis </a:t>
            </a:r>
            <a:br>
              <a:rPr lang="en-US" altLang="en-US" b="1"/>
            </a:br>
            <a:r>
              <a:rPr lang="en-US" altLang="en-US" b="1"/>
              <a:t>and Data Mining</a:t>
            </a:r>
          </a:p>
        </p:txBody>
      </p:sp>
      <p:sp>
        <p:nvSpPr>
          <p:cNvPr id="21507" name="Rectangle 3"/>
          <p:cNvSpPr>
            <a:spLocks noGrp="1" noChangeArrowheads="1"/>
          </p:cNvSpPr>
          <p:nvPr>
            <p:ph type="body" idx="4294967295"/>
          </p:nvPr>
        </p:nvSpPr>
        <p:spPr/>
        <p:txBody>
          <a:bodyPr/>
          <a:lstStyle/>
          <a:p>
            <a:pPr eaLnBrk="1" hangingPunct="1"/>
            <a:r>
              <a:rPr lang="en-US" altLang="en-US" sz="2400" b="1" i="1"/>
              <a:t>Data mining </a:t>
            </a:r>
            <a:r>
              <a:rPr lang="en-US" altLang="en-US" sz="2400"/>
              <a:t>– the process of analyzing data to extract information not offered by the raw data alone</a:t>
            </a:r>
          </a:p>
          <a:p>
            <a:pPr eaLnBrk="1" hangingPunct="1"/>
            <a:endParaRPr lang="en-US" altLang="en-US" sz="2400"/>
          </a:p>
          <a:p>
            <a:pPr eaLnBrk="1" hangingPunct="1"/>
            <a:r>
              <a:rPr lang="en-US" altLang="en-US" sz="2400"/>
              <a:t>To perform data mining users need data-mining tools</a:t>
            </a:r>
          </a:p>
          <a:p>
            <a:pPr lvl="1" eaLnBrk="1" hangingPunct="1"/>
            <a:r>
              <a:rPr lang="en-US" altLang="en-US" sz="2000" b="1" i="1"/>
              <a:t>Data-mining tool</a:t>
            </a:r>
            <a:r>
              <a:rPr lang="en-US" altLang="en-US" sz="2000"/>
              <a:t> – uses a variety of techniques to find patterns and relationships in large volumes of information and infers rules that predict future behavior and guide decision making</a:t>
            </a:r>
          </a:p>
        </p:txBody>
      </p:sp>
    </p:spTree>
    <p:extLst>
      <p:ext uri="{BB962C8B-B14F-4D97-AF65-F5344CB8AC3E}">
        <p14:creationId xmlns:p14="http://schemas.microsoft.com/office/powerpoint/2010/main" val="2519146862"/>
      </p:ext>
    </p:extLst>
  </p:cSld>
  <p:clrMapOvr>
    <a:masterClrMapping/>
  </p:clrMapOvr>
  <mc:AlternateContent xmlns:mc="http://schemas.openxmlformats.org/markup-compatibility/2006" xmlns:p14="http://schemas.microsoft.com/office/powerpoint/2010/main">
    <mc:Choice Requires="p14">
      <p:transition spd="slow" p14:dur="2000" advTm="38955"/>
    </mc:Choice>
    <mc:Fallback xmlns="">
      <p:transition spd="slow" advTm="38955"/>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2800">
                <a:solidFill>
                  <a:schemeClr val="tx1"/>
                </a:solidFill>
                <a:latin typeface="Verdana" pitchFamily="34" charset="0"/>
              </a:defRPr>
            </a:lvl1pPr>
            <a:lvl2pPr marL="742950" indent="-285750" eaLnBrk="0" hangingPunct="0">
              <a:spcBef>
                <a:spcPct val="20000"/>
              </a:spcBef>
              <a:buChar char="–"/>
              <a:defRPr sz="2400">
                <a:solidFill>
                  <a:schemeClr val="tx1"/>
                </a:solidFill>
                <a:latin typeface="Verdana" pitchFamily="34" charset="0"/>
              </a:defRPr>
            </a:lvl2pPr>
            <a:lvl3pPr marL="1143000" indent="-228600" eaLnBrk="0" hangingPunct="0">
              <a:spcBef>
                <a:spcPct val="20000"/>
              </a:spcBef>
              <a:buChar char="•"/>
              <a:defRPr sz="2000">
                <a:solidFill>
                  <a:schemeClr val="tx1"/>
                </a:solidFill>
                <a:latin typeface="Verdana" pitchFamily="34" charset="0"/>
              </a:defRPr>
            </a:lvl3pPr>
            <a:lvl4pPr marL="1600200" indent="-228600" eaLnBrk="0" hangingPunct="0">
              <a:spcBef>
                <a:spcPct val="20000"/>
              </a:spcBef>
              <a:buChar char="–"/>
              <a:defRPr sz="2000">
                <a:solidFill>
                  <a:schemeClr val="tx1"/>
                </a:solidFill>
                <a:latin typeface="Verdana" pitchFamily="34" charset="0"/>
              </a:defRPr>
            </a:lvl4pPr>
            <a:lvl5pPr marL="2057400" indent="-228600" eaLnBrk="0" hangingPunct="0">
              <a:spcBef>
                <a:spcPct val="20000"/>
              </a:spcBef>
              <a:buChar char="»"/>
              <a:defRPr sz="2000">
                <a:solidFill>
                  <a:schemeClr val="tx1"/>
                </a:solidFill>
                <a:latin typeface="Verdana" pitchFamily="34" charset="0"/>
              </a:defRPr>
            </a:lvl5pPr>
            <a:lvl6pPr marL="2514600" indent="-228600" eaLnBrk="0" fontAlgn="base" hangingPunct="0">
              <a:spcBef>
                <a:spcPct val="20000"/>
              </a:spcBef>
              <a:spcAft>
                <a:spcPct val="0"/>
              </a:spcAft>
              <a:buChar char="»"/>
              <a:defRPr sz="2000">
                <a:solidFill>
                  <a:schemeClr val="tx1"/>
                </a:solidFill>
                <a:latin typeface="Verdana" pitchFamily="34" charset="0"/>
              </a:defRPr>
            </a:lvl6pPr>
            <a:lvl7pPr marL="2971800" indent="-228600" eaLnBrk="0" fontAlgn="base" hangingPunct="0">
              <a:spcBef>
                <a:spcPct val="20000"/>
              </a:spcBef>
              <a:spcAft>
                <a:spcPct val="0"/>
              </a:spcAft>
              <a:buChar char="»"/>
              <a:defRPr sz="2000">
                <a:solidFill>
                  <a:schemeClr val="tx1"/>
                </a:solidFill>
                <a:latin typeface="Verdana" pitchFamily="34" charset="0"/>
              </a:defRPr>
            </a:lvl7pPr>
            <a:lvl8pPr marL="3429000" indent="-228600" eaLnBrk="0" fontAlgn="base" hangingPunct="0">
              <a:spcBef>
                <a:spcPct val="20000"/>
              </a:spcBef>
              <a:spcAft>
                <a:spcPct val="0"/>
              </a:spcAft>
              <a:buChar char="»"/>
              <a:defRPr sz="2000">
                <a:solidFill>
                  <a:schemeClr val="tx1"/>
                </a:solidFill>
                <a:latin typeface="Verdana" pitchFamily="34" charset="0"/>
              </a:defRPr>
            </a:lvl8pPr>
            <a:lvl9pPr marL="3886200" indent="-228600" eaLnBrk="0" fontAlgn="base" hangingPunct="0">
              <a:spcBef>
                <a:spcPct val="20000"/>
              </a:spcBef>
              <a:spcAft>
                <a:spcPct val="0"/>
              </a:spcAft>
              <a:buChar char="»"/>
              <a:defRPr sz="2000">
                <a:solidFill>
                  <a:schemeClr val="tx1"/>
                </a:solidFill>
                <a:latin typeface="Verdana" pitchFamily="34" charset="0"/>
              </a:defRPr>
            </a:lvl9pPr>
          </a:lstStyle>
          <a:p>
            <a:pPr eaLnBrk="1" hangingPunct="1">
              <a:spcBef>
                <a:spcPct val="0"/>
              </a:spcBef>
              <a:buFontTx/>
              <a:buNone/>
            </a:pPr>
            <a:r>
              <a:rPr lang="en-IE" altLang="en-US" sz="1200"/>
              <a:t>    Slide </a:t>
            </a:r>
            <a:fld id="{B675B32D-9B98-4C52-B1CB-6BEA533EBF54}" type="slidenum">
              <a:rPr lang="en-IE" altLang="en-US" sz="1200" smtClean="0"/>
              <a:pPr eaLnBrk="1" hangingPunct="1">
                <a:spcBef>
                  <a:spcPct val="0"/>
                </a:spcBef>
                <a:buFontTx/>
                <a:buNone/>
              </a:pPr>
              <a:t>21</a:t>
            </a:fld>
            <a:endParaRPr lang="en-IE" altLang="en-US" sz="1200"/>
          </a:p>
        </p:txBody>
      </p:sp>
      <p:sp>
        <p:nvSpPr>
          <p:cNvPr id="356354" name="Rectangle 2"/>
          <p:cNvSpPr>
            <a:spLocks noChangeArrowheads="1"/>
          </p:cNvSpPr>
          <p:nvPr/>
        </p:nvSpPr>
        <p:spPr bwMode="auto">
          <a:xfrm>
            <a:off x="228600" y="1476375"/>
            <a:ext cx="8915400" cy="538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2800">
                <a:solidFill>
                  <a:schemeClr val="tx1"/>
                </a:solidFill>
                <a:latin typeface="Verdana" pitchFamily="34" charset="0"/>
              </a:defRPr>
            </a:lvl1pPr>
            <a:lvl2pPr marL="742950" indent="-285750" eaLnBrk="0" hangingPunct="0">
              <a:spcBef>
                <a:spcPct val="20000"/>
              </a:spcBef>
              <a:buChar char="–"/>
              <a:defRPr sz="2400">
                <a:solidFill>
                  <a:schemeClr val="tx1"/>
                </a:solidFill>
                <a:latin typeface="Verdana" pitchFamily="34" charset="0"/>
              </a:defRPr>
            </a:lvl2pPr>
            <a:lvl3pPr marL="1143000" indent="-228600" eaLnBrk="0" hangingPunct="0">
              <a:spcBef>
                <a:spcPct val="20000"/>
              </a:spcBef>
              <a:buChar char="•"/>
              <a:defRPr sz="2000">
                <a:solidFill>
                  <a:schemeClr val="tx1"/>
                </a:solidFill>
                <a:latin typeface="Verdana" pitchFamily="34" charset="0"/>
              </a:defRPr>
            </a:lvl3pPr>
            <a:lvl4pPr marL="1600200" indent="-228600" eaLnBrk="0" hangingPunct="0">
              <a:spcBef>
                <a:spcPct val="20000"/>
              </a:spcBef>
              <a:buChar char="–"/>
              <a:defRPr sz="2000">
                <a:solidFill>
                  <a:schemeClr val="tx1"/>
                </a:solidFill>
                <a:latin typeface="Verdana" pitchFamily="34" charset="0"/>
              </a:defRPr>
            </a:lvl4pPr>
            <a:lvl5pPr marL="2057400" indent="-228600" eaLnBrk="0" hangingPunct="0">
              <a:spcBef>
                <a:spcPct val="20000"/>
              </a:spcBef>
              <a:buChar char="»"/>
              <a:defRPr sz="2000">
                <a:solidFill>
                  <a:schemeClr val="tx1"/>
                </a:solidFill>
                <a:latin typeface="Verdana" pitchFamily="34" charset="0"/>
              </a:defRPr>
            </a:lvl5pPr>
            <a:lvl6pPr marL="2514600" indent="-228600" eaLnBrk="0" fontAlgn="base" hangingPunct="0">
              <a:spcBef>
                <a:spcPct val="20000"/>
              </a:spcBef>
              <a:spcAft>
                <a:spcPct val="0"/>
              </a:spcAft>
              <a:buChar char="»"/>
              <a:defRPr sz="2000">
                <a:solidFill>
                  <a:schemeClr val="tx1"/>
                </a:solidFill>
                <a:latin typeface="Verdana" pitchFamily="34" charset="0"/>
              </a:defRPr>
            </a:lvl6pPr>
            <a:lvl7pPr marL="2971800" indent="-228600" eaLnBrk="0" fontAlgn="base" hangingPunct="0">
              <a:spcBef>
                <a:spcPct val="20000"/>
              </a:spcBef>
              <a:spcAft>
                <a:spcPct val="0"/>
              </a:spcAft>
              <a:buChar char="»"/>
              <a:defRPr sz="2000">
                <a:solidFill>
                  <a:schemeClr val="tx1"/>
                </a:solidFill>
                <a:latin typeface="Verdana" pitchFamily="34" charset="0"/>
              </a:defRPr>
            </a:lvl7pPr>
            <a:lvl8pPr marL="3429000" indent="-228600" eaLnBrk="0" fontAlgn="base" hangingPunct="0">
              <a:spcBef>
                <a:spcPct val="20000"/>
              </a:spcBef>
              <a:spcAft>
                <a:spcPct val="0"/>
              </a:spcAft>
              <a:buChar char="»"/>
              <a:defRPr sz="2000">
                <a:solidFill>
                  <a:schemeClr val="tx1"/>
                </a:solidFill>
                <a:latin typeface="Verdana" pitchFamily="34" charset="0"/>
              </a:defRPr>
            </a:lvl8pPr>
            <a:lvl9pPr marL="3886200" indent="-228600" eaLnBrk="0" fontAlgn="base" hangingPunct="0">
              <a:spcBef>
                <a:spcPct val="20000"/>
              </a:spcBef>
              <a:spcAft>
                <a:spcPct val="0"/>
              </a:spcAft>
              <a:buChar char="»"/>
              <a:defRPr sz="2000">
                <a:solidFill>
                  <a:schemeClr val="tx1"/>
                </a:solidFill>
                <a:latin typeface="Verdana" pitchFamily="34" charset="0"/>
              </a:defRPr>
            </a:lvl9pPr>
          </a:lstStyle>
          <a:p>
            <a:pPr>
              <a:lnSpc>
                <a:spcPct val="90000"/>
              </a:lnSpc>
              <a:spcBef>
                <a:spcPct val="70000"/>
              </a:spcBef>
              <a:spcAft>
                <a:spcPct val="10000"/>
              </a:spcAft>
              <a:buClr>
                <a:schemeClr val="accent1"/>
              </a:buClr>
              <a:buSzPct val="50000"/>
              <a:buFont typeface="Monotype Sorts" pitchFamily="2" charset="2"/>
              <a:buChar char="n"/>
            </a:pPr>
            <a:r>
              <a:rPr lang="en-US" altLang="en-US" sz="2400" b="1" dirty="0">
                <a:latin typeface="Arial" charset="0"/>
                <a:cs typeface="Times New Roman" pitchFamily="18" charset="0"/>
              </a:rPr>
              <a:t>In Summary,  </a:t>
            </a:r>
            <a:r>
              <a:rPr lang="en-US" altLang="en-US" sz="2600" b="1" dirty="0">
                <a:latin typeface="Arial" charset="0"/>
                <a:cs typeface="Times New Roman" pitchFamily="18" charset="0"/>
              </a:rPr>
              <a:t>A Business Intelligence Tool</a:t>
            </a:r>
          </a:p>
          <a:p>
            <a:pPr lvl="1">
              <a:lnSpc>
                <a:spcPct val="90000"/>
              </a:lnSpc>
              <a:spcBef>
                <a:spcPct val="70000"/>
              </a:spcBef>
              <a:spcAft>
                <a:spcPct val="10000"/>
              </a:spcAft>
              <a:buClr>
                <a:schemeClr val="accent1"/>
              </a:buClr>
              <a:buSzPct val="50000"/>
              <a:buFont typeface="Monotype Sorts" pitchFamily="2" charset="2"/>
              <a:buChar char="n"/>
            </a:pPr>
            <a:r>
              <a:rPr lang="en-US" altLang="en-US" sz="2000" dirty="0">
                <a:solidFill>
                  <a:srgbClr val="337FCC"/>
                </a:solidFill>
                <a:latin typeface="Arial" charset="0"/>
                <a:cs typeface="Times New Roman" pitchFamily="18" charset="0"/>
              </a:rPr>
              <a:t>Discovers previously unknown patterns within vast amounts of data</a:t>
            </a:r>
          </a:p>
          <a:p>
            <a:pPr lvl="1">
              <a:lnSpc>
                <a:spcPct val="90000"/>
              </a:lnSpc>
              <a:spcBef>
                <a:spcPct val="70000"/>
              </a:spcBef>
              <a:spcAft>
                <a:spcPct val="10000"/>
              </a:spcAft>
              <a:buClr>
                <a:schemeClr val="accent1"/>
              </a:buClr>
              <a:buSzPct val="50000"/>
              <a:buFont typeface="Monotype Sorts" pitchFamily="2" charset="2"/>
              <a:buChar char="n"/>
            </a:pPr>
            <a:r>
              <a:rPr lang="en-US" altLang="en-US" sz="2000" dirty="0">
                <a:solidFill>
                  <a:srgbClr val="337FCC"/>
                </a:solidFill>
                <a:latin typeface="Arial" charset="0"/>
                <a:cs typeface="Times New Roman" pitchFamily="18" charset="0"/>
              </a:rPr>
              <a:t>Similar to querying a database (or databases) </a:t>
            </a:r>
          </a:p>
          <a:p>
            <a:pPr lvl="2">
              <a:lnSpc>
                <a:spcPct val="90000"/>
              </a:lnSpc>
              <a:spcBef>
                <a:spcPct val="70000"/>
              </a:spcBef>
              <a:spcAft>
                <a:spcPct val="10000"/>
              </a:spcAft>
              <a:buClr>
                <a:schemeClr val="accent1"/>
              </a:buClr>
              <a:buSzPct val="50000"/>
              <a:buFont typeface="Monotype Sorts" pitchFamily="2" charset="2"/>
              <a:buChar char="n"/>
            </a:pPr>
            <a:r>
              <a:rPr lang="en-US" altLang="en-US" dirty="0">
                <a:solidFill>
                  <a:srgbClr val="337FCC"/>
                </a:solidFill>
                <a:latin typeface="Arial" charset="0"/>
                <a:cs typeface="Times New Roman" pitchFamily="18" charset="0"/>
              </a:rPr>
              <a:t>Instead of gathering raw data, data mining retrieves “information”</a:t>
            </a:r>
          </a:p>
          <a:p>
            <a:pPr>
              <a:lnSpc>
                <a:spcPct val="90000"/>
              </a:lnSpc>
              <a:spcBef>
                <a:spcPct val="70000"/>
              </a:spcBef>
              <a:spcAft>
                <a:spcPct val="10000"/>
              </a:spcAft>
              <a:buClr>
                <a:schemeClr val="accent1"/>
              </a:buClr>
              <a:buSzPct val="50000"/>
              <a:buFont typeface="Monotype Sorts" pitchFamily="2" charset="2"/>
              <a:buChar char="n"/>
            </a:pPr>
            <a:r>
              <a:rPr lang="en-US" altLang="en-US" sz="2600" b="1" dirty="0">
                <a:latin typeface="Arial" charset="0"/>
                <a:cs typeface="Times New Roman" pitchFamily="18" charset="0"/>
              </a:rPr>
              <a:t> Types of Data Mining…</a:t>
            </a:r>
            <a:r>
              <a:rPr lang="en-US" altLang="en-US" sz="2000" b="1" dirty="0">
                <a:latin typeface="Arial" charset="0"/>
                <a:cs typeface="Times New Roman" pitchFamily="18" charset="0"/>
              </a:rPr>
              <a:t> </a:t>
            </a:r>
            <a:endParaRPr lang="en-US" altLang="en-US" sz="2000" dirty="0">
              <a:solidFill>
                <a:schemeClr val="accent1"/>
              </a:solidFill>
              <a:latin typeface="Arial" charset="0"/>
              <a:cs typeface="Times New Roman" pitchFamily="18" charset="0"/>
            </a:endParaRPr>
          </a:p>
          <a:p>
            <a:pPr lvl="1">
              <a:lnSpc>
                <a:spcPct val="90000"/>
              </a:lnSpc>
              <a:spcBef>
                <a:spcPct val="50000"/>
              </a:spcBef>
              <a:spcAft>
                <a:spcPct val="10000"/>
              </a:spcAft>
              <a:buClr>
                <a:schemeClr val="accent1"/>
              </a:buClr>
              <a:buSzPct val="75000"/>
              <a:buFont typeface="Wingdings" pitchFamily="2" charset="2"/>
              <a:buChar char="l"/>
            </a:pPr>
            <a:r>
              <a:rPr lang="en-US" altLang="en-US" sz="2000" dirty="0">
                <a:solidFill>
                  <a:srgbClr val="337FCC"/>
                </a:solidFill>
                <a:latin typeface="Arial" charset="0"/>
                <a:cs typeface="Times New Roman" pitchFamily="18" charset="0"/>
              </a:rPr>
              <a:t>Hypothesis Testing</a:t>
            </a:r>
          </a:p>
          <a:p>
            <a:pPr lvl="1">
              <a:lnSpc>
                <a:spcPct val="90000"/>
              </a:lnSpc>
              <a:spcBef>
                <a:spcPct val="50000"/>
              </a:spcBef>
              <a:spcAft>
                <a:spcPct val="10000"/>
              </a:spcAft>
              <a:buClr>
                <a:schemeClr val="accent1"/>
              </a:buClr>
              <a:buSzPct val="75000"/>
              <a:buFont typeface="Wingdings" pitchFamily="2" charset="2"/>
              <a:buChar char="l"/>
            </a:pPr>
            <a:r>
              <a:rPr lang="en-US" altLang="en-US" sz="2000" dirty="0">
                <a:solidFill>
                  <a:srgbClr val="337FCC"/>
                </a:solidFill>
                <a:latin typeface="Arial" charset="0"/>
                <a:cs typeface="Times New Roman" pitchFamily="18" charset="0"/>
              </a:rPr>
              <a:t>Undirected Data Mining </a:t>
            </a:r>
          </a:p>
          <a:p>
            <a:pPr lvl="1">
              <a:lnSpc>
                <a:spcPct val="90000"/>
              </a:lnSpc>
              <a:spcBef>
                <a:spcPct val="50000"/>
              </a:spcBef>
              <a:spcAft>
                <a:spcPct val="10000"/>
              </a:spcAft>
              <a:buClr>
                <a:schemeClr val="accent1"/>
              </a:buClr>
              <a:buSzPct val="75000"/>
              <a:buFont typeface="Wingdings" pitchFamily="2" charset="2"/>
              <a:buChar char="l"/>
            </a:pPr>
            <a:r>
              <a:rPr lang="en-US" altLang="en-US" sz="2000" dirty="0">
                <a:solidFill>
                  <a:srgbClr val="337FCC"/>
                </a:solidFill>
                <a:latin typeface="Arial" charset="0"/>
                <a:cs typeface="Times New Roman" pitchFamily="18" charset="0"/>
              </a:rPr>
              <a:t>Directed Data Mining</a:t>
            </a:r>
            <a:r>
              <a:rPr lang="en-US" altLang="en-US" sz="2000" i="1" dirty="0">
                <a:solidFill>
                  <a:srgbClr val="337FCC"/>
                </a:solidFill>
                <a:latin typeface="Arial" charset="0"/>
                <a:cs typeface="Times New Roman" pitchFamily="18" charset="0"/>
              </a:rPr>
              <a:t>  </a:t>
            </a:r>
          </a:p>
          <a:p>
            <a:pPr>
              <a:lnSpc>
                <a:spcPct val="90000"/>
              </a:lnSpc>
              <a:spcBef>
                <a:spcPct val="70000"/>
              </a:spcBef>
              <a:spcAft>
                <a:spcPct val="10000"/>
              </a:spcAft>
              <a:buClr>
                <a:schemeClr val="accent1"/>
              </a:buClr>
              <a:buSzPct val="50000"/>
              <a:buFont typeface="Monotype Sorts" pitchFamily="2" charset="2"/>
              <a:buNone/>
            </a:pPr>
            <a:r>
              <a:rPr lang="en-US" altLang="en-US" sz="1400" b="1" dirty="0">
                <a:latin typeface="Arial" charset="0"/>
                <a:cs typeface="Times New Roman" pitchFamily="18" charset="0"/>
              </a:rPr>
              <a:t> </a:t>
            </a:r>
            <a:endParaRPr lang="en-US" altLang="en-US" sz="2200" b="1" dirty="0">
              <a:solidFill>
                <a:schemeClr val="bg1"/>
              </a:solidFill>
              <a:latin typeface="Arial" charset="0"/>
              <a:cs typeface="Times New Roman" pitchFamily="18" charset="0"/>
            </a:endParaRPr>
          </a:p>
        </p:txBody>
      </p:sp>
      <p:sp>
        <p:nvSpPr>
          <p:cNvPr id="52228" name="Rectangle 3"/>
          <p:cNvSpPr>
            <a:spLocks noGrp="1" noChangeArrowheads="1"/>
          </p:cNvSpPr>
          <p:nvPr>
            <p:ph type="title"/>
          </p:nvPr>
        </p:nvSpPr>
        <p:spPr>
          <a:xfrm>
            <a:off x="228600" y="80963"/>
            <a:ext cx="7500938" cy="939800"/>
          </a:xfrm>
        </p:spPr>
        <p:txBody>
          <a:bodyPr/>
          <a:lstStyle/>
          <a:p>
            <a:pPr eaLnBrk="1" hangingPunct="1"/>
            <a:r>
              <a:rPr lang="en-US" altLang="en-US" sz="3600"/>
              <a:t>Data Mining</a:t>
            </a:r>
          </a:p>
        </p:txBody>
      </p:sp>
      <p:pic>
        <p:nvPicPr>
          <p:cNvPr id="52229" name="Picture 4" descr="data-mining2.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981700" y="3733800"/>
            <a:ext cx="2339975"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934148195"/>
      </p:ext>
    </p:extLst>
  </p:cSld>
  <p:clrMapOvr>
    <a:masterClrMapping/>
  </p:clrMapOvr>
  <mc:AlternateContent xmlns:mc="http://schemas.openxmlformats.org/markup-compatibility/2006" xmlns:p14="http://schemas.microsoft.com/office/powerpoint/2010/main">
    <mc:Choice Requires="p14">
      <p:transition spd="slow" p14:dur="2000" advTm="25784"/>
    </mc:Choice>
    <mc:Fallback xmlns="">
      <p:transition spd="slow" advTm="25784"/>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56354">
                                            <p:txEl>
                                              <p:pRg st="1" end="1"/>
                                            </p:txEl>
                                          </p:spTgt>
                                        </p:tgtEl>
                                        <p:attrNameLst>
                                          <p:attrName>style.visibility</p:attrName>
                                        </p:attrNameLst>
                                      </p:cBhvr>
                                      <p:to>
                                        <p:strVal val="visible"/>
                                      </p:to>
                                    </p:set>
                                    <p:animEffect transition="in" filter="box(in)">
                                      <p:cBhvr>
                                        <p:cTn id="7" dur="500"/>
                                        <p:tgtEl>
                                          <p:spTgt spid="356354">
                                            <p:txEl>
                                              <p:pRg st="1" end="1"/>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356354">
                                            <p:txEl>
                                              <p:pRg st="2" end="2"/>
                                            </p:txEl>
                                          </p:spTgt>
                                        </p:tgtEl>
                                        <p:attrNameLst>
                                          <p:attrName>style.visibility</p:attrName>
                                        </p:attrNameLst>
                                      </p:cBhvr>
                                      <p:to>
                                        <p:strVal val="visible"/>
                                      </p:to>
                                    </p:set>
                                    <p:animEffect transition="in" filter="box(in)">
                                      <p:cBhvr>
                                        <p:cTn id="10" dur="500"/>
                                        <p:tgtEl>
                                          <p:spTgt spid="356354">
                                            <p:txEl>
                                              <p:pRg st="2" end="2"/>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356354">
                                            <p:txEl>
                                              <p:pRg st="3" end="3"/>
                                            </p:txEl>
                                          </p:spTgt>
                                        </p:tgtEl>
                                        <p:attrNameLst>
                                          <p:attrName>style.visibility</p:attrName>
                                        </p:attrNameLst>
                                      </p:cBhvr>
                                      <p:to>
                                        <p:strVal val="visible"/>
                                      </p:to>
                                    </p:set>
                                    <p:animEffect transition="in" filter="box(in)">
                                      <p:cBhvr>
                                        <p:cTn id="13" dur="500"/>
                                        <p:tgtEl>
                                          <p:spTgt spid="356354">
                                            <p:txEl>
                                              <p:pRg st="3" end="3"/>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4" presetClass="entr" presetSubtype="16" fill="hold" nodeType="clickEffect">
                                  <p:stCondLst>
                                    <p:cond delay="0"/>
                                  </p:stCondLst>
                                  <p:childTnLst>
                                    <p:set>
                                      <p:cBhvr>
                                        <p:cTn id="17" dur="1" fill="hold">
                                          <p:stCondLst>
                                            <p:cond delay="0"/>
                                          </p:stCondLst>
                                        </p:cTn>
                                        <p:tgtEl>
                                          <p:spTgt spid="356354">
                                            <p:txEl>
                                              <p:pRg st="4" end="4"/>
                                            </p:txEl>
                                          </p:spTgt>
                                        </p:tgtEl>
                                        <p:attrNameLst>
                                          <p:attrName>style.visibility</p:attrName>
                                        </p:attrNameLst>
                                      </p:cBhvr>
                                      <p:to>
                                        <p:strVal val="visible"/>
                                      </p:to>
                                    </p:set>
                                    <p:animEffect transition="in" filter="box(in)">
                                      <p:cBhvr>
                                        <p:cTn id="18" dur="500"/>
                                        <p:tgtEl>
                                          <p:spTgt spid="356354">
                                            <p:txEl>
                                              <p:pRg st="4" end="4"/>
                                            </p:txEl>
                                          </p:spTgt>
                                        </p:tgtEl>
                                      </p:cBhvr>
                                    </p:animEffect>
                                  </p:childTnLst>
                                </p:cTn>
                              </p:par>
                              <p:par>
                                <p:cTn id="19" presetID="4" presetClass="entr" presetSubtype="16" fill="hold" nodeType="withEffect">
                                  <p:stCondLst>
                                    <p:cond delay="0"/>
                                  </p:stCondLst>
                                  <p:childTnLst>
                                    <p:set>
                                      <p:cBhvr>
                                        <p:cTn id="20" dur="1" fill="hold">
                                          <p:stCondLst>
                                            <p:cond delay="0"/>
                                          </p:stCondLst>
                                        </p:cTn>
                                        <p:tgtEl>
                                          <p:spTgt spid="356354">
                                            <p:txEl>
                                              <p:pRg st="5" end="5"/>
                                            </p:txEl>
                                          </p:spTgt>
                                        </p:tgtEl>
                                        <p:attrNameLst>
                                          <p:attrName>style.visibility</p:attrName>
                                        </p:attrNameLst>
                                      </p:cBhvr>
                                      <p:to>
                                        <p:strVal val="visible"/>
                                      </p:to>
                                    </p:set>
                                    <p:animEffect transition="in" filter="box(in)">
                                      <p:cBhvr>
                                        <p:cTn id="21" dur="500"/>
                                        <p:tgtEl>
                                          <p:spTgt spid="356354">
                                            <p:txEl>
                                              <p:pRg st="5" end="5"/>
                                            </p:txEl>
                                          </p:spTgt>
                                        </p:tgtEl>
                                      </p:cBhvr>
                                    </p:animEffect>
                                  </p:childTnLst>
                                </p:cTn>
                              </p:par>
                              <p:par>
                                <p:cTn id="22" presetID="4" presetClass="entr" presetSubtype="16" fill="hold" nodeType="withEffect">
                                  <p:stCondLst>
                                    <p:cond delay="0"/>
                                  </p:stCondLst>
                                  <p:childTnLst>
                                    <p:set>
                                      <p:cBhvr>
                                        <p:cTn id="23" dur="1" fill="hold">
                                          <p:stCondLst>
                                            <p:cond delay="0"/>
                                          </p:stCondLst>
                                        </p:cTn>
                                        <p:tgtEl>
                                          <p:spTgt spid="356354">
                                            <p:txEl>
                                              <p:pRg st="6" end="6"/>
                                            </p:txEl>
                                          </p:spTgt>
                                        </p:tgtEl>
                                        <p:attrNameLst>
                                          <p:attrName>style.visibility</p:attrName>
                                        </p:attrNameLst>
                                      </p:cBhvr>
                                      <p:to>
                                        <p:strVal val="visible"/>
                                      </p:to>
                                    </p:set>
                                    <p:animEffect transition="in" filter="box(in)">
                                      <p:cBhvr>
                                        <p:cTn id="24" dur="500"/>
                                        <p:tgtEl>
                                          <p:spTgt spid="356354">
                                            <p:txEl>
                                              <p:pRg st="6" end="6"/>
                                            </p:txEl>
                                          </p:spTgt>
                                        </p:tgtEl>
                                      </p:cBhvr>
                                    </p:animEffect>
                                  </p:childTnLst>
                                </p:cTn>
                              </p:par>
                              <p:par>
                                <p:cTn id="25" presetID="4" presetClass="entr" presetSubtype="16" fill="hold" nodeType="withEffect">
                                  <p:stCondLst>
                                    <p:cond delay="0"/>
                                  </p:stCondLst>
                                  <p:childTnLst>
                                    <p:set>
                                      <p:cBhvr>
                                        <p:cTn id="26" dur="1" fill="hold">
                                          <p:stCondLst>
                                            <p:cond delay="0"/>
                                          </p:stCondLst>
                                        </p:cTn>
                                        <p:tgtEl>
                                          <p:spTgt spid="356354">
                                            <p:txEl>
                                              <p:pRg st="7" end="7"/>
                                            </p:txEl>
                                          </p:spTgt>
                                        </p:tgtEl>
                                        <p:attrNameLst>
                                          <p:attrName>style.visibility</p:attrName>
                                        </p:attrNameLst>
                                      </p:cBhvr>
                                      <p:to>
                                        <p:strVal val="visible"/>
                                      </p:to>
                                    </p:set>
                                    <p:animEffect transition="in" filter="box(in)">
                                      <p:cBhvr>
                                        <p:cTn id="27" dur="500"/>
                                        <p:tgtEl>
                                          <p:spTgt spid="35635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2800">
                <a:solidFill>
                  <a:schemeClr val="tx1"/>
                </a:solidFill>
                <a:latin typeface="Verdana" pitchFamily="34" charset="0"/>
              </a:defRPr>
            </a:lvl1pPr>
            <a:lvl2pPr marL="742950" indent="-285750" eaLnBrk="0" hangingPunct="0">
              <a:spcBef>
                <a:spcPct val="20000"/>
              </a:spcBef>
              <a:buChar char="–"/>
              <a:defRPr sz="2400">
                <a:solidFill>
                  <a:schemeClr val="tx1"/>
                </a:solidFill>
                <a:latin typeface="Verdana" pitchFamily="34" charset="0"/>
              </a:defRPr>
            </a:lvl2pPr>
            <a:lvl3pPr marL="1143000" indent="-228600" eaLnBrk="0" hangingPunct="0">
              <a:spcBef>
                <a:spcPct val="20000"/>
              </a:spcBef>
              <a:buChar char="•"/>
              <a:defRPr sz="2000">
                <a:solidFill>
                  <a:schemeClr val="tx1"/>
                </a:solidFill>
                <a:latin typeface="Verdana" pitchFamily="34" charset="0"/>
              </a:defRPr>
            </a:lvl3pPr>
            <a:lvl4pPr marL="1600200" indent="-228600" eaLnBrk="0" hangingPunct="0">
              <a:spcBef>
                <a:spcPct val="20000"/>
              </a:spcBef>
              <a:buChar char="–"/>
              <a:defRPr sz="2000">
                <a:solidFill>
                  <a:schemeClr val="tx1"/>
                </a:solidFill>
                <a:latin typeface="Verdana" pitchFamily="34" charset="0"/>
              </a:defRPr>
            </a:lvl4pPr>
            <a:lvl5pPr marL="2057400" indent="-228600" eaLnBrk="0" hangingPunct="0">
              <a:spcBef>
                <a:spcPct val="20000"/>
              </a:spcBef>
              <a:buChar char="»"/>
              <a:defRPr sz="2000">
                <a:solidFill>
                  <a:schemeClr val="tx1"/>
                </a:solidFill>
                <a:latin typeface="Verdana" pitchFamily="34" charset="0"/>
              </a:defRPr>
            </a:lvl5pPr>
            <a:lvl6pPr marL="2514600" indent="-228600" eaLnBrk="0" fontAlgn="base" hangingPunct="0">
              <a:spcBef>
                <a:spcPct val="20000"/>
              </a:spcBef>
              <a:spcAft>
                <a:spcPct val="0"/>
              </a:spcAft>
              <a:buChar char="»"/>
              <a:defRPr sz="2000">
                <a:solidFill>
                  <a:schemeClr val="tx1"/>
                </a:solidFill>
                <a:latin typeface="Verdana" pitchFamily="34" charset="0"/>
              </a:defRPr>
            </a:lvl6pPr>
            <a:lvl7pPr marL="2971800" indent="-228600" eaLnBrk="0" fontAlgn="base" hangingPunct="0">
              <a:spcBef>
                <a:spcPct val="20000"/>
              </a:spcBef>
              <a:spcAft>
                <a:spcPct val="0"/>
              </a:spcAft>
              <a:buChar char="»"/>
              <a:defRPr sz="2000">
                <a:solidFill>
                  <a:schemeClr val="tx1"/>
                </a:solidFill>
                <a:latin typeface="Verdana" pitchFamily="34" charset="0"/>
              </a:defRPr>
            </a:lvl7pPr>
            <a:lvl8pPr marL="3429000" indent="-228600" eaLnBrk="0" fontAlgn="base" hangingPunct="0">
              <a:spcBef>
                <a:spcPct val="20000"/>
              </a:spcBef>
              <a:spcAft>
                <a:spcPct val="0"/>
              </a:spcAft>
              <a:buChar char="»"/>
              <a:defRPr sz="2000">
                <a:solidFill>
                  <a:schemeClr val="tx1"/>
                </a:solidFill>
                <a:latin typeface="Verdana" pitchFamily="34" charset="0"/>
              </a:defRPr>
            </a:lvl8pPr>
            <a:lvl9pPr marL="3886200" indent="-228600" eaLnBrk="0" fontAlgn="base" hangingPunct="0">
              <a:spcBef>
                <a:spcPct val="20000"/>
              </a:spcBef>
              <a:spcAft>
                <a:spcPct val="0"/>
              </a:spcAft>
              <a:buChar char="»"/>
              <a:defRPr sz="2000">
                <a:solidFill>
                  <a:schemeClr val="tx1"/>
                </a:solidFill>
                <a:latin typeface="Verdana" pitchFamily="34" charset="0"/>
              </a:defRPr>
            </a:lvl9pPr>
          </a:lstStyle>
          <a:p>
            <a:pPr eaLnBrk="1" hangingPunct="1">
              <a:spcBef>
                <a:spcPct val="0"/>
              </a:spcBef>
              <a:buFontTx/>
              <a:buNone/>
            </a:pPr>
            <a:r>
              <a:rPr lang="en-IE" altLang="en-US" sz="1200"/>
              <a:t>    Slide </a:t>
            </a:r>
            <a:fld id="{BF33992B-D4F3-4D82-93A5-D8439B53315F}" type="slidenum">
              <a:rPr lang="en-IE" altLang="en-US" sz="1200" smtClean="0"/>
              <a:pPr eaLnBrk="1" hangingPunct="1">
                <a:spcBef>
                  <a:spcPct val="0"/>
                </a:spcBef>
                <a:buFontTx/>
                <a:buNone/>
              </a:pPr>
              <a:t>22</a:t>
            </a:fld>
            <a:endParaRPr lang="en-IE" altLang="en-US" sz="1200"/>
          </a:p>
        </p:txBody>
      </p:sp>
      <p:sp>
        <p:nvSpPr>
          <p:cNvPr id="53251" name="Rectangle 2"/>
          <p:cNvSpPr>
            <a:spLocks noChangeArrowheads="1"/>
          </p:cNvSpPr>
          <p:nvPr/>
        </p:nvSpPr>
        <p:spPr bwMode="auto">
          <a:xfrm>
            <a:off x="228600" y="1476375"/>
            <a:ext cx="8915400" cy="538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2800">
                <a:solidFill>
                  <a:schemeClr val="tx1"/>
                </a:solidFill>
                <a:latin typeface="Verdana" pitchFamily="34" charset="0"/>
              </a:defRPr>
            </a:lvl1pPr>
            <a:lvl2pPr marL="742950" indent="-285750" eaLnBrk="0" hangingPunct="0">
              <a:spcBef>
                <a:spcPct val="20000"/>
              </a:spcBef>
              <a:buChar char="–"/>
              <a:defRPr sz="2400">
                <a:solidFill>
                  <a:schemeClr val="tx1"/>
                </a:solidFill>
                <a:latin typeface="Verdana" pitchFamily="34" charset="0"/>
              </a:defRPr>
            </a:lvl2pPr>
            <a:lvl3pPr marL="1143000" indent="-228600" eaLnBrk="0" hangingPunct="0">
              <a:spcBef>
                <a:spcPct val="20000"/>
              </a:spcBef>
              <a:buChar char="•"/>
              <a:defRPr sz="2000">
                <a:solidFill>
                  <a:schemeClr val="tx1"/>
                </a:solidFill>
                <a:latin typeface="Verdana" pitchFamily="34" charset="0"/>
              </a:defRPr>
            </a:lvl3pPr>
            <a:lvl4pPr marL="1600200" indent="-228600" eaLnBrk="0" hangingPunct="0">
              <a:spcBef>
                <a:spcPct val="20000"/>
              </a:spcBef>
              <a:buChar char="–"/>
              <a:defRPr sz="2000">
                <a:solidFill>
                  <a:schemeClr val="tx1"/>
                </a:solidFill>
                <a:latin typeface="Verdana" pitchFamily="34" charset="0"/>
              </a:defRPr>
            </a:lvl4pPr>
            <a:lvl5pPr marL="2057400" indent="-228600" eaLnBrk="0" hangingPunct="0">
              <a:spcBef>
                <a:spcPct val="20000"/>
              </a:spcBef>
              <a:buChar char="»"/>
              <a:defRPr sz="2000">
                <a:solidFill>
                  <a:schemeClr val="tx1"/>
                </a:solidFill>
                <a:latin typeface="Verdana" pitchFamily="34" charset="0"/>
              </a:defRPr>
            </a:lvl5pPr>
            <a:lvl6pPr marL="2514600" indent="-228600" eaLnBrk="0" fontAlgn="base" hangingPunct="0">
              <a:spcBef>
                <a:spcPct val="20000"/>
              </a:spcBef>
              <a:spcAft>
                <a:spcPct val="0"/>
              </a:spcAft>
              <a:buChar char="»"/>
              <a:defRPr sz="2000">
                <a:solidFill>
                  <a:schemeClr val="tx1"/>
                </a:solidFill>
                <a:latin typeface="Verdana" pitchFamily="34" charset="0"/>
              </a:defRPr>
            </a:lvl6pPr>
            <a:lvl7pPr marL="2971800" indent="-228600" eaLnBrk="0" fontAlgn="base" hangingPunct="0">
              <a:spcBef>
                <a:spcPct val="20000"/>
              </a:spcBef>
              <a:spcAft>
                <a:spcPct val="0"/>
              </a:spcAft>
              <a:buChar char="»"/>
              <a:defRPr sz="2000">
                <a:solidFill>
                  <a:schemeClr val="tx1"/>
                </a:solidFill>
                <a:latin typeface="Verdana" pitchFamily="34" charset="0"/>
              </a:defRPr>
            </a:lvl7pPr>
            <a:lvl8pPr marL="3429000" indent="-228600" eaLnBrk="0" fontAlgn="base" hangingPunct="0">
              <a:spcBef>
                <a:spcPct val="20000"/>
              </a:spcBef>
              <a:spcAft>
                <a:spcPct val="0"/>
              </a:spcAft>
              <a:buChar char="»"/>
              <a:defRPr sz="2000">
                <a:solidFill>
                  <a:schemeClr val="tx1"/>
                </a:solidFill>
                <a:latin typeface="Verdana" pitchFamily="34" charset="0"/>
              </a:defRPr>
            </a:lvl8pPr>
            <a:lvl9pPr marL="3886200" indent="-228600" eaLnBrk="0" fontAlgn="base" hangingPunct="0">
              <a:spcBef>
                <a:spcPct val="20000"/>
              </a:spcBef>
              <a:spcAft>
                <a:spcPct val="0"/>
              </a:spcAft>
              <a:buChar char="»"/>
              <a:defRPr sz="2000">
                <a:solidFill>
                  <a:schemeClr val="tx1"/>
                </a:solidFill>
                <a:latin typeface="Verdana" pitchFamily="34" charset="0"/>
              </a:defRPr>
            </a:lvl9pPr>
          </a:lstStyle>
          <a:p>
            <a:pPr algn="ctr">
              <a:lnSpc>
                <a:spcPct val="90000"/>
              </a:lnSpc>
              <a:spcBef>
                <a:spcPct val="70000"/>
              </a:spcBef>
              <a:spcAft>
                <a:spcPct val="10000"/>
              </a:spcAft>
              <a:buClr>
                <a:schemeClr val="accent1"/>
              </a:buClr>
              <a:buSzPct val="50000"/>
              <a:buFont typeface="Monotype Sorts" pitchFamily="2" charset="2"/>
              <a:buNone/>
            </a:pPr>
            <a:r>
              <a:rPr lang="en-US" altLang="en-US" sz="2400" b="1">
                <a:latin typeface="Arial" charset="0"/>
                <a:cs typeface="Times New Roman" pitchFamily="18" charset="0"/>
              </a:rPr>
              <a:t> </a:t>
            </a:r>
            <a:r>
              <a:rPr lang="en-US" altLang="en-US" sz="2600" b="1">
                <a:latin typeface="Arial" charset="0"/>
                <a:cs typeface="Times New Roman" pitchFamily="18" charset="0"/>
              </a:rPr>
              <a:t>Hypothesis Testing</a:t>
            </a:r>
          </a:p>
          <a:p>
            <a:pPr lvl="1">
              <a:lnSpc>
                <a:spcPct val="90000"/>
              </a:lnSpc>
              <a:spcBef>
                <a:spcPct val="70000"/>
              </a:spcBef>
              <a:spcAft>
                <a:spcPct val="10000"/>
              </a:spcAft>
              <a:buClr>
                <a:schemeClr val="accent1"/>
              </a:buClr>
              <a:buSzPct val="50000"/>
              <a:buFont typeface="Monotype Sorts" pitchFamily="2" charset="2"/>
              <a:buNone/>
            </a:pPr>
            <a:endParaRPr lang="en-US" altLang="en-US" sz="2000" i="1">
              <a:solidFill>
                <a:schemeClr val="accent1"/>
              </a:solidFill>
              <a:latin typeface="Arial" charset="0"/>
              <a:cs typeface="Times New Roman" pitchFamily="18" charset="0"/>
            </a:endParaRPr>
          </a:p>
          <a:p>
            <a:pPr>
              <a:lnSpc>
                <a:spcPct val="90000"/>
              </a:lnSpc>
              <a:spcBef>
                <a:spcPct val="70000"/>
              </a:spcBef>
              <a:spcAft>
                <a:spcPct val="10000"/>
              </a:spcAft>
              <a:buClr>
                <a:schemeClr val="accent1"/>
              </a:buClr>
              <a:buSzPct val="50000"/>
              <a:buFont typeface="Monotype Sorts" pitchFamily="2" charset="2"/>
              <a:buNone/>
            </a:pPr>
            <a:r>
              <a:rPr lang="en-US" altLang="en-US" sz="1400" b="1">
                <a:latin typeface="Arial" charset="0"/>
                <a:cs typeface="Times New Roman" pitchFamily="18" charset="0"/>
              </a:rPr>
              <a:t> </a:t>
            </a:r>
            <a:endParaRPr lang="en-US" altLang="en-US" sz="2200" b="1">
              <a:solidFill>
                <a:schemeClr val="bg1"/>
              </a:solidFill>
              <a:latin typeface="Arial" charset="0"/>
              <a:cs typeface="Times New Roman" pitchFamily="18" charset="0"/>
            </a:endParaRPr>
          </a:p>
        </p:txBody>
      </p:sp>
      <p:sp>
        <p:nvSpPr>
          <p:cNvPr id="53252" name="Rectangle 3"/>
          <p:cNvSpPr>
            <a:spLocks noGrp="1" noChangeArrowheads="1"/>
          </p:cNvSpPr>
          <p:nvPr>
            <p:ph type="title"/>
          </p:nvPr>
        </p:nvSpPr>
        <p:spPr>
          <a:xfrm>
            <a:off x="228600" y="80963"/>
            <a:ext cx="7500938" cy="939800"/>
          </a:xfrm>
        </p:spPr>
        <p:txBody>
          <a:bodyPr/>
          <a:lstStyle/>
          <a:p>
            <a:pPr eaLnBrk="1" hangingPunct="1"/>
            <a:r>
              <a:rPr lang="en-US" altLang="en-US" sz="3600"/>
              <a:t>Data Mining</a:t>
            </a:r>
          </a:p>
        </p:txBody>
      </p:sp>
      <p:sp>
        <p:nvSpPr>
          <p:cNvPr id="358404" name="Text Box 4"/>
          <p:cNvSpPr txBox="1">
            <a:spLocks noChangeArrowheads="1"/>
          </p:cNvSpPr>
          <p:nvPr/>
        </p:nvSpPr>
        <p:spPr bwMode="auto">
          <a:xfrm>
            <a:off x="319088" y="2322513"/>
            <a:ext cx="8824912" cy="374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2800">
                <a:solidFill>
                  <a:schemeClr val="tx1"/>
                </a:solidFill>
                <a:latin typeface="Verdana" pitchFamily="34" charset="0"/>
              </a:defRPr>
            </a:lvl1pPr>
            <a:lvl2pPr eaLnBrk="0" hangingPunct="0">
              <a:spcBef>
                <a:spcPct val="20000"/>
              </a:spcBef>
              <a:buChar char="–"/>
              <a:defRPr sz="2400">
                <a:solidFill>
                  <a:schemeClr val="tx1"/>
                </a:solidFill>
                <a:latin typeface="Verdana" pitchFamily="34" charset="0"/>
              </a:defRPr>
            </a:lvl2pPr>
            <a:lvl3pPr marL="1143000" indent="-228600" eaLnBrk="0" hangingPunct="0">
              <a:spcBef>
                <a:spcPct val="20000"/>
              </a:spcBef>
              <a:buChar char="•"/>
              <a:defRPr sz="2000">
                <a:solidFill>
                  <a:schemeClr val="tx1"/>
                </a:solidFill>
                <a:latin typeface="Verdana" pitchFamily="34" charset="0"/>
              </a:defRPr>
            </a:lvl3pPr>
            <a:lvl4pPr marL="1600200" indent="-228600" eaLnBrk="0" hangingPunct="0">
              <a:spcBef>
                <a:spcPct val="20000"/>
              </a:spcBef>
              <a:buChar char="–"/>
              <a:defRPr sz="2000">
                <a:solidFill>
                  <a:schemeClr val="tx1"/>
                </a:solidFill>
                <a:latin typeface="Verdana" pitchFamily="34" charset="0"/>
              </a:defRPr>
            </a:lvl4pPr>
            <a:lvl5pPr marL="2057400" indent="-228600" eaLnBrk="0" hangingPunct="0">
              <a:spcBef>
                <a:spcPct val="20000"/>
              </a:spcBef>
              <a:buChar char="»"/>
              <a:defRPr sz="2000">
                <a:solidFill>
                  <a:schemeClr val="tx1"/>
                </a:solidFill>
                <a:latin typeface="Verdana" pitchFamily="34" charset="0"/>
              </a:defRPr>
            </a:lvl5pPr>
            <a:lvl6pPr marL="2514600" indent="-228600" eaLnBrk="0" fontAlgn="base" hangingPunct="0">
              <a:spcBef>
                <a:spcPct val="20000"/>
              </a:spcBef>
              <a:spcAft>
                <a:spcPct val="0"/>
              </a:spcAft>
              <a:buChar char="»"/>
              <a:defRPr sz="2000">
                <a:solidFill>
                  <a:schemeClr val="tx1"/>
                </a:solidFill>
                <a:latin typeface="Verdana" pitchFamily="34" charset="0"/>
              </a:defRPr>
            </a:lvl6pPr>
            <a:lvl7pPr marL="2971800" indent="-228600" eaLnBrk="0" fontAlgn="base" hangingPunct="0">
              <a:spcBef>
                <a:spcPct val="20000"/>
              </a:spcBef>
              <a:spcAft>
                <a:spcPct val="0"/>
              </a:spcAft>
              <a:buChar char="»"/>
              <a:defRPr sz="2000">
                <a:solidFill>
                  <a:schemeClr val="tx1"/>
                </a:solidFill>
                <a:latin typeface="Verdana" pitchFamily="34" charset="0"/>
              </a:defRPr>
            </a:lvl7pPr>
            <a:lvl8pPr marL="3429000" indent="-228600" eaLnBrk="0" fontAlgn="base" hangingPunct="0">
              <a:spcBef>
                <a:spcPct val="20000"/>
              </a:spcBef>
              <a:spcAft>
                <a:spcPct val="0"/>
              </a:spcAft>
              <a:buChar char="»"/>
              <a:defRPr sz="2000">
                <a:solidFill>
                  <a:schemeClr val="tx1"/>
                </a:solidFill>
                <a:latin typeface="Verdana" pitchFamily="34" charset="0"/>
              </a:defRPr>
            </a:lvl8pPr>
            <a:lvl9pPr marL="3886200" indent="-228600" eaLnBrk="0" fontAlgn="base" hangingPunct="0">
              <a:spcBef>
                <a:spcPct val="20000"/>
              </a:spcBef>
              <a:spcAft>
                <a:spcPct val="0"/>
              </a:spcAft>
              <a:buChar char="»"/>
              <a:defRPr sz="2000">
                <a:solidFill>
                  <a:schemeClr val="tx1"/>
                </a:solidFill>
                <a:latin typeface="Verdana" pitchFamily="34" charset="0"/>
              </a:defRPr>
            </a:lvl9pPr>
          </a:lstStyle>
          <a:p>
            <a:pPr eaLnBrk="1" hangingPunct="1">
              <a:spcBef>
                <a:spcPct val="0"/>
              </a:spcBef>
            </a:pPr>
            <a:r>
              <a:rPr lang="en-US" altLang="en-US" sz="2000" dirty="0">
                <a:latin typeface="Arial" charset="0"/>
              </a:rPr>
              <a:t> Answers Questions</a:t>
            </a:r>
          </a:p>
          <a:p>
            <a:pPr lvl="1" eaLnBrk="1" hangingPunct="1">
              <a:spcBef>
                <a:spcPct val="0"/>
              </a:spcBef>
              <a:buFontTx/>
              <a:buChar char="•"/>
            </a:pPr>
            <a:endParaRPr lang="en-US" altLang="en-US" sz="2000" dirty="0">
              <a:latin typeface="Arial" charset="0"/>
            </a:endParaRPr>
          </a:p>
          <a:p>
            <a:pPr eaLnBrk="1" hangingPunct="1">
              <a:spcBef>
                <a:spcPct val="0"/>
              </a:spcBef>
            </a:pPr>
            <a:r>
              <a:rPr lang="en-US" altLang="en-US" sz="2000" dirty="0">
                <a:latin typeface="Arial" charset="0"/>
              </a:rPr>
              <a:t> Example…</a:t>
            </a:r>
          </a:p>
          <a:p>
            <a:pPr eaLnBrk="1" hangingPunct="1">
              <a:spcBef>
                <a:spcPct val="0"/>
              </a:spcBef>
            </a:pPr>
            <a:endParaRPr lang="en-US" altLang="en-US" sz="2000" dirty="0">
              <a:latin typeface="Arial" charset="0"/>
            </a:endParaRPr>
          </a:p>
          <a:p>
            <a:pPr lvl="1" eaLnBrk="1" hangingPunct="1">
              <a:spcBef>
                <a:spcPct val="0"/>
              </a:spcBef>
              <a:buFontTx/>
              <a:buChar char="•"/>
            </a:pPr>
            <a:r>
              <a:rPr lang="en-US" altLang="en-US" sz="2000" dirty="0">
                <a:latin typeface="Arial" charset="0"/>
              </a:rPr>
              <a:t> Q: Does the age of an insurance agent matter when trying </a:t>
            </a:r>
          </a:p>
          <a:p>
            <a:pPr lvl="1" eaLnBrk="1" hangingPunct="1">
              <a:spcBef>
                <a:spcPct val="0"/>
              </a:spcBef>
              <a:buFontTx/>
              <a:buNone/>
            </a:pPr>
            <a:r>
              <a:rPr lang="en-US" altLang="en-US" sz="2000" dirty="0">
                <a:latin typeface="Arial" charset="0"/>
              </a:rPr>
              <a:t>  to sign-up new customers to new policies?</a:t>
            </a:r>
          </a:p>
          <a:p>
            <a:pPr lvl="1" eaLnBrk="1" hangingPunct="1">
              <a:spcBef>
                <a:spcPct val="0"/>
              </a:spcBef>
              <a:buFontTx/>
              <a:buNone/>
            </a:pPr>
            <a:endParaRPr lang="en-US" altLang="en-US" sz="2000" dirty="0">
              <a:latin typeface="Arial" charset="0"/>
            </a:endParaRPr>
          </a:p>
          <a:p>
            <a:pPr lvl="1" eaLnBrk="1" hangingPunct="1">
              <a:spcBef>
                <a:spcPct val="0"/>
              </a:spcBef>
              <a:buFontTx/>
              <a:buChar char="•"/>
            </a:pPr>
            <a:r>
              <a:rPr lang="en-US" altLang="en-US" sz="2000" dirty="0">
                <a:latin typeface="Arial" charset="0"/>
              </a:rPr>
              <a:t> A:  The assumption might have been that older, more experienced agents will have more success. </a:t>
            </a:r>
            <a:r>
              <a:rPr lang="en-US" altLang="en-US" sz="2000" dirty="0" err="1">
                <a:latin typeface="Arial" charset="0"/>
              </a:rPr>
              <a:t>But,the</a:t>
            </a:r>
            <a:r>
              <a:rPr lang="en-US" altLang="en-US" sz="2000" dirty="0">
                <a:latin typeface="Arial" charset="0"/>
              </a:rPr>
              <a:t> data may reveal that the age difference between the agent and the policy holder is most important. (Young agents have more success with young customers while older agents have success with older customers.)  </a:t>
            </a:r>
          </a:p>
        </p:txBody>
      </p:sp>
    </p:spTree>
    <p:custDataLst>
      <p:tags r:id="rId1"/>
    </p:custDataLst>
    <p:extLst>
      <p:ext uri="{BB962C8B-B14F-4D97-AF65-F5344CB8AC3E}">
        <p14:creationId xmlns:p14="http://schemas.microsoft.com/office/powerpoint/2010/main" val="3850485329"/>
      </p:ext>
    </p:extLst>
  </p:cSld>
  <p:clrMapOvr>
    <a:masterClrMapping/>
  </p:clrMapOvr>
  <mc:AlternateContent xmlns:mc="http://schemas.openxmlformats.org/markup-compatibility/2006" xmlns:p14="http://schemas.microsoft.com/office/powerpoint/2010/main">
    <mc:Choice Requires="p14">
      <p:transition spd="slow" p14:dur="2000" advTm="47124"/>
    </mc:Choice>
    <mc:Fallback xmlns="">
      <p:transition spd="slow" advTm="47124"/>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58404">
                                            <p:txEl>
                                              <p:pRg st="7" end="7"/>
                                            </p:txEl>
                                          </p:spTgt>
                                        </p:tgtEl>
                                        <p:attrNameLst>
                                          <p:attrName>style.visibility</p:attrName>
                                        </p:attrNameLst>
                                      </p:cBhvr>
                                      <p:to>
                                        <p:strVal val="visible"/>
                                      </p:to>
                                    </p:set>
                                    <p:anim calcmode="lin" valueType="num">
                                      <p:cBhvr additive="base">
                                        <p:cTn id="7" dur="500" fill="hold"/>
                                        <p:tgtEl>
                                          <p:spTgt spid="358404">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8404">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2800">
                <a:solidFill>
                  <a:schemeClr val="tx1"/>
                </a:solidFill>
                <a:latin typeface="Verdana" pitchFamily="34" charset="0"/>
              </a:defRPr>
            </a:lvl1pPr>
            <a:lvl2pPr marL="742950" indent="-285750" eaLnBrk="0" hangingPunct="0">
              <a:spcBef>
                <a:spcPct val="20000"/>
              </a:spcBef>
              <a:buChar char="–"/>
              <a:defRPr sz="2400">
                <a:solidFill>
                  <a:schemeClr val="tx1"/>
                </a:solidFill>
                <a:latin typeface="Verdana" pitchFamily="34" charset="0"/>
              </a:defRPr>
            </a:lvl2pPr>
            <a:lvl3pPr marL="1143000" indent="-228600" eaLnBrk="0" hangingPunct="0">
              <a:spcBef>
                <a:spcPct val="20000"/>
              </a:spcBef>
              <a:buChar char="•"/>
              <a:defRPr sz="2000">
                <a:solidFill>
                  <a:schemeClr val="tx1"/>
                </a:solidFill>
                <a:latin typeface="Verdana" pitchFamily="34" charset="0"/>
              </a:defRPr>
            </a:lvl3pPr>
            <a:lvl4pPr marL="1600200" indent="-228600" eaLnBrk="0" hangingPunct="0">
              <a:spcBef>
                <a:spcPct val="20000"/>
              </a:spcBef>
              <a:buChar char="–"/>
              <a:defRPr sz="2000">
                <a:solidFill>
                  <a:schemeClr val="tx1"/>
                </a:solidFill>
                <a:latin typeface="Verdana" pitchFamily="34" charset="0"/>
              </a:defRPr>
            </a:lvl4pPr>
            <a:lvl5pPr marL="2057400" indent="-228600" eaLnBrk="0" hangingPunct="0">
              <a:spcBef>
                <a:spcPct val="20000"/>
              </a:spcBef>
              <a:buChar char="»"/>
              <a:defRPr sz="2000">
                <a:solidFill>
                  <a:schemeClr val="tx1"/>
                </a:solidFill>
                <a:latin typeface="Verdana" pitchFamily="34" charset="0"/>
              </a:defRPr>
            </a:lvl5pPr>
            <a:lvl6pPr marL="2514600" indent="-228600" eaLnBrk="0" fontAlgn="base" hangingPunct="0">
              <a:spcBef>
                <a:spcPct val="20000"/>
              </a:spcBef>
              <a:spcAft>
                <a:spcPct val="0"/>
              </a:spcAft>
              <a:buChar char="»"/>
              <a:defRPr sz="2000">
                <a:solidFill>
                  <a:schemeClr val="tx1"/>
                </a:solidFill>
                <a:latin typeface="Verdana" pitchFamily="34" charset="0"/>
              </a:defRPr>
            </a:lvl6pPr>
            <a:lvl7pPr marL="2971800" indent="-228600" eaLnBrk="0" fontAlgn="base" hangingPunct="0">
              <a:spcBef>
                <a:spcPct val="20000"/>
              </a:spcBef>
              <a:spcAft>
                <a:spcPct val="0"/>
              </a:spcAft>
              <a:buChar char="»"/>
              <a:defRPr sz="2000">
                <a:solidFill>
                  <a:schemeClr val="tx1"/>
                </a:solidFill>
                <a:latin typeface="Verdana" pitchFamily="34" charset="0"/>
              </a:defRPr>
            </a:lvl7pPr>
            <a:lvl8pPr marL="3429000" indent="-228600" eaLnBrk="0" fontAlgn="base" hangingPunct="0">
              <a:spcBef>
                <a:spcPct val="20000"/>
              </a:spcBef>
              <a:spcAft>
                <a:spcPct val="0"/>
              </a:spcAft>
              <a:buChar char="»"/>
              <a:defRPr sz="2000">
                <a:solidFill>
                  <a:schemeClr val="tx1"/>
                </a:solidFill>
                <a:latin typeface="Verdana" pitchFamily="34" charset="0"/>
              </a:defRPr>
            </a:lvl8pPr>
            <a:lvl9pPr marL="3886200" indent="-228600" eaLnBrk="0" fontAlgn="base" hangingPunct="0">
              <a:spcBef>
                <a:spcPct val="20000"/>
              </a:spcBef>
              <a:spcAft>
                <a:spcPct val="0"/>
              </a:spcAft>
              <a:buChar char="»"/>
              <a:defRPr sz="2000">
                <a:solidFill>
                  <a:schemeClr val="tx1"/>
                </a:solidFill>
                <a:latin typeface="Verdana" pitchFamily="34" charset="0"/>
              </a:defRPr>
            </a:lvl9pPr>
          </a:lstStyle>
          <a:p>
            <a:pPr eaLnBrk="1" hangingPunct="1">
              <a:spcBef>
                <a:spcPct val="0"/>
              </a:spcBef>
              <a:buFontTx/>
              <a:buNone/>
            </a:pPr>
            <a:r>
              <a:rPr lang="en-IE" altLang="en-US" sz="1200"/>
              <a:t>    Slide </a:t>
            </a:r>
            <a:fld id="{20394E12-FC36-4936-B8DA-43702EAC0CF4}" type="slidenum">
              <a:rPr lang="en-IE" altLang="en-US" sz="1200" smtClean="0"/>
              <a:pPr eaLnBrk="1" hangingPunct="1">
                <a:spcBef>
                  <a:spcPct val="0"/>
                </a:spcBef>
                <a:buFontTx/>
                <a:buNone/>
              </a:pPr>
              <a:t>23</a:t>
            </a:fld>
            <a:endParaRPr lang="en-IE" altLang="en-US" sz="1200"/>
          </a:p>
        </p:txBody>
      </p:sp>
      <p:sp>
        <p:nvSpPr>
          <p:cNvPr id="54275" name="Rectangle 2"/>
          <p:cNvSpPr>
            <a:spLocks noChangeArrowheads="1"/>
          </p:cNvSpPr>
          <p:nvPr/>
        </p:nvSpPr>
        <p:spPr bwMode="auto">
          <a:xfrm>
            <a:off x="228600" y="1476375"/>
            <a:ext cx="8915400" cy="538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2800">
                <a:solidFill>
                  <a:schemeClr val="tx1"/>
                </a:solidFill>
                <a:latin typeface="Verdana" pitchFamily="34" charset="0"/>
              </a:defRPr>
            </a:lvl1pPr>
            <a:lvl2pPr marL="742950" indent="-285750" eaLnBrk="0" hangingPunct="0">
              <a:spcBef>
                <a:spcPct val="20000"/>
              </a:spcBef>
              <a:buChar char="–"/>
              <a:defRPr sz="2400">
                <a:solidFill>
                  <a:schemeClr val="tx1"/>
                </a:solidFill>
                <a:latin typeface="Verdana" pitchFamily="34" charset="0"/>
              </a:defRPr>
            </a:lvl2pPr>
            <a:lvl3pPr marL="1143000" indent="-228600" eaLnBrk="0" hangingPunct="0">
              <a:spcBef>
                <a:spcPct val="20000"/>
              </a:spcBef>
              <a:buChar char="•"/>
              <a:defRPr sz="2000">
                <a:solidFill>
                  <a:schemeClr val="tx1"/>
                </a:solidFill>
                <a:latin typeface="Verdana" pitchFamily="34" charset="0"/>
              </a:defRPr>
            </a:lvl3pPr>
            <a:lvl4pPr marL="1600200" indent="-228600" eaLnBrk="0" hangingPunct="0">
              <a:spcBef>
                <a:spcPct val="20000"/>
              </a:spcBef>
              <a:buChar char="–"/>
              <a:defRPr sz="2000">
                <a:solidFill>
                  <a:schemeClr val="tx1"/>
                </a:solidFill>
                <a:latin typeface="Verdana" pitchFamily="34" charset="0"/>
              </a:defRPr>
            </a:lvl4pPr>
            <a:lvl5pPr marL="2057400" indent="-228600" eaLnBrk="0" hangingPunct="0">
              <a:spcBef>
                <a:spcPct val="20000"/>
              </a:spcBef>
              <a:buChar char="»"/>
              <a:defRPr sz="2000">
                <a:solidFill>
                  <a:schemeClr val="tx1"/>
                </a:solidFill>
                <a:latin typeface="Verdana" pitchFamily="34" charset="0"/>
              </a:defRPr>
            </a:lvl5pPr>
            <a:lvl6pPr marL="2514600" indent="-228600" eaLnBrk="0" fontAlgn="base" hangingPunct="0">
              <a:spcBef>
                <a:spcPct val="20000"/>
              </a:spcBef>
              <a:spcAft>
                <a:spcPct val="0"/>
              </a:spcAft>
              <a:buChar char="»"/>
              <a:defRPr sz="2000">
                <a:solidFill>
                  <a:schemeClr val="tx1"/>
                </a:solidFill>
                <a:latin typeface="Verdana" pitchFamily="34" charset="0"/>
              </a:defRPr>
            </a:lvl6pPr>
            <a:lvl7pPr marL="2971800" indent="-228600" eaLnBrk="0" fontAlgn="base" hangingPunct="0">
              <a:spcBef>
                <a:spcPct val="20000"/>
              </a:spcBef>
              <a:spcAft>
                <a:spcPct val="0"/>
              </a:spcAft>
              <a:buChar char="»"/>
              <a:defRPr sz="2000">
                <a:solidFill>
                  <a:schemeClr val="tx1"/>
                </a:solidFill>
                <a:latin typeface="Verdana" pitchFamily="34" charset="0"/>
              </a:defRPr>
            </a:lvl7pPr>
            <a:lvl8pPr marL="3429000" indent="-228600" eaLnBrk="0" fontAlgn="base" hangingPunct="0">
              <a:spcBef>
                <a:spcPct val="20000"/>
              </a:spcBef>
              <a:spcAft>
                <a:spcPct val="0"/>
              </a:spcAft>
              <a:buChar char="»"/>
              <a:defRPr sz="2000">
                <a:solidFill>
                  <a:schemeClr val="tx1"/>
                </a:solidFill>
                <a:latin typeface="Verdana" pitchFamily="34" charset="0"/>
              </a:defRPr>
            </a:lvl8pPr>
            <a:lvl9pPr marL="3886200" indent="-228600" eaLnBrk="0" fontAlgn="base" hangingPunct="0">
              <a:spcBef>
                <a:spcPct val="20000"/>
              </a:spcBef>
              <a:spcAft>
                <a:spcPct val="0"/>
              </a:spcAft>
              <a:buChar char="»"/>
              <a:defRPr sz="2000">
                <a:solidFill>
                  <a:schemeClr val="tx1"/>
                </a:solidFill>
                <a:latin typeface="Verdana" pitchFamily="34" charset="0"/>
              </a:defRPr>
            </a:lvl9pPr>
          </a:lstStyle>
          <a:p>
            <a:pPr algn="ctr">
              <a:lnSpc>
                <a:spcPct val="90000"/>
              </a:lnSpc>
              <a:spcBef>
                <a:spcPct val="70000"/>
              </a:spcBef>
              <a:spcAft>
                <a:spcPct val="10000"/>
              </a:spcAft>
              <a:buClr>
                <a:schemeClr val="accent1"/>
              </a:buClr>
              <a:buSzPct val="50000"/>
              <a:buFont typeface="Monotype Sorts" pitchFamily="2" charset="2"/>
              <a:buNone/>
            </a:pPr>
            <a:r>
              <a:rPr lang="en-US" altLang="en-US" sz="2400" b="1">
                <a:latin typeface="Arial" charset="0"/>
                <a:cs typeface="Times New Roman" pitchFamily="18" charset="0"/>
              </a:rPr>
              <a:t> </a:t>
            </a:r>
            <a:r>
              <a:rPr lang="en-US" altLang="en-US" sz="2600" b="1">
                <a:latin typeface="Arial" charset="0"/>
                <a:cs typeface="Times New Roman" pitchFamily="18" charset="0"/>
              </a:rPr>
              <a:t>Undirected Data Mining</a:t>
            </a:r>
          </a:p>
          <a:p>
            <a:pPr lvl="1">
              <a:lnSpc>
                <a:spcPct val="90000"/>
              </a:lnSpc>
              <a:spcBef>
                <a:spcPct val="70000"/>
              </a:spcBef>
              <a:spcAft>
                <a:spcPct val="10000"/>
              </a:spcAft>
              <a:buClr>
                <a:schemeClr val="accent1"/>
              </a:buClr>
              <a:buSzPct val="50000"/>
              <a:buFont typeface="Monotype Sorts" pitchFamily="2" charset="2"/>
              <a:buNone/>
            </a:pPr>
            <a:endParaRPr lang="en-US" altLang="en-US" sz="2000" i="1">
              <a:solidFill>
                <a:schemeClr val="accent1"/>
              </a:solidFill>
              <a:latin typeface="Arial" charset="0"/>
              <a:cs typeface="Times New Roman" pitchFamily="18" charset="0"/>
            </a:endParaRPr>
          </a:p>
          <a:p>
            <a:pPr>
              <a:lnSpc>
                <a:spcPct val="90000"/>
              </a:lnSpc>
              <a:spcBef>
                <a:spcPct val="70000"/>
              </a:spcBef>
              <a:spcAft>
                <a:spcPct val="10000"/>
              </a:spcAft>
              <a:buClr>
                <a:schemeClr val="accent1"/>
              </a:buClr>
              <a:buSzPct val="50000"/>
              <a:buFont typeface="Monotype Sorts" pitchFamily="2" charset="2"/>
              <a:buNone/>
            </a:pPr>
            <a:r>
              <a:rPr lang="en-US" altLang="en-US" sz="1400" b="1">
                <a:latin typeface="Arial" charset="0"/>
                <a:cs typeface="Times New Roman" pitchFamily="18" charset="0"/>
              </a:rPr>
              <a:t> </a:t>
            </a:r>
            <a:endParaRPr lang="en-US" altLang="en-US" sz="2200" b="1">
              <a:solidFill>
                <a:schemeClr val="bg1"/>
              </a:solidFill>
              <a:latin typeface="Arial" charset="0"/>
              <a:cs typeface="Times New Roman" pitchFamily="18" charset="0"/>
            </a:endParaRPr>
          </a:p>
        </p:txBody>
      </p:sp>
      <p:sp>
        <p:nvSpPr>
          <p:cNvPr id="54276" name="Rectangle 3"/>
          <p:cNvSpPr>
            <a:spLocks noGrp="1" noChangeArrowheads="1"/>
          </p:cNvSpPr>
          <p:nvPr>
            <p:ph type="title"/>
          </p:nvPr>
        </p:nvSpPr>
        <p:spPr>
          <a:xfrm>
            <a:off x="228600" y="80963"/>
            <a:ext cx="7500938" cy="939800"/>
          </a:xfrm>
        </p:spPr>
        <p:txBody>
          <a:bodyPr/>
          <a:lstStyle/>
          <a:p>
            <a:pPr eaLnBrk="1" hangingPunct="1"/>
            <a:r>
              <a:rPr lang="en-US" altLang="en-US" sz="3600"/>
              <a:t>Data Mining</a:t>
            </a:r>
          </a:p>
        </p:txBody>
      </p:sp>
      <p:sp>
        <p:nvSpPr>
          <p:cNvPr id="54277" name="Text Box 4"/>
          <p:cNvSpPr txBox="1">
            <a:spLocks noChangeArrowheads="1"/>
          </p:cNvSpPr>
          <p:nvPr/>
        </p:nvSpPr>
        <p:spPr bwMode="auto">
          <a:xfrm>
            <a:off x="319088" y="2322513"/>
            <a:ext cx="8824912" cy="314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2800">
                <a:solidFill>
                  <a:schemeClr val="tx1"/>
                </a:solidFill>
                <a:latin typeface="Verdana" pitchFamily="34" charset="0"/>
              </a:defRPr>
            </a:lvl1pPr>
            <a:lvl2pPr eaLnBrk="0" hangingPunct="0">
              <a:spcBef>
                <a:spcPct val="20000"/>
              </a:spcBef>
              <a:buChar char="–"/>
              <a:defRPr sz="2400">
                <a:solidFill>
                  <a:schemeClr val="tx1"/>
                </a:solidFill>
                <a:latin typeface="Verdana" pitchFamily="34" charset="0"/>
              </a:defRPr>
            </a:lvl2pPr>
            <a:lvl3pPr marL="1143000" indent="-228600" eaLnBrk="0" hangingPunct="0">
              <a:spcBef>
                <a:spcPct val="20000"/>
              </a:spcBef>
              <a:buChar char="•"/>
              <a:defRPr sz="2000">
                <a:solidFill>
                  <a:schemeClr val="tx1"/>
                </a:solidFill>
                <a:latin typeface="Verdana" pitchFamily="34" charset="0"/>
              </a:defRPr>
            </a:lvl3pPr>
            <a:lvl4pPr marL="1600200" indent="-228600" eaLnBrk="0" hangingPunct="0">
              <a:spcBef>
                <a:spcPct val="20000"/>
              </a:spcBef>
              <a:buChar char="–"/>
              <a:defRPr sz="2000">
                <a:solidFill>
                  <a:schemeClr val="tx1"/>
                </a:solidFill>
                <a:latin typeface="Verdana" pitchFamily="34" charset="0"/>
              </a:defRPr>
            </a:lvl4pPr>
            <a:lvl5pPr marL="2057400" indent="-228600" eaLnBrk="0" hangingPunct="0">
              <a:spcBef>
                <a:spcPct val="20000"/>
              </a:spcBef>
              <a:buChar char="»"/>
              <a:defRPr sz="2000">
                <a:solidFill>
                  <a:schemeClr val="tx1"/>
                </a:solidFill>
                <a:latin typeface="Verdana" pitchFamily="34" charset="0"/>
              </a:defRPr>
            </a:lvl5pPr>
            <a:lvl6pPr marL="2514600" indent="-228600" eaLnBrk="0" fontAlgn="base" hangingPunct="0">
              <a:spcBef>
                <a:spcPct val="20000"/>
              </a:spcBef>
              <a:spcAft>
                <a:spcPct val="0"/>
              </a:spcAft>
              <a:buChar char="»"/>
              <a:defRPr sz="2000">
                <a:solidFill>
                  <a:schemeClr val="tx1"/>
                </a:solidFill>
                <a:latin typeface="Verdana" pitchFamily="34" charset="0"/>
              </a:defRPr>
            </a:lvl6pPr>
            <a:lvl7pPr marL="2971800" indent="-228600" eaLnBrk="0" fontAlgn="base" hangingPunct="0">
              <a:spcBef>
                <a:spcPct val="20000"/>
              </a:spcBef>
              <a:spcAft>
                <a:spcPct val="0"/>
              </a:spcAft>
              <a:buChar char="»"/>
              <a:defRPr sz="2000">
                <a:solidFill>
                  <a:schemeClr val="tx1"/>
                </a:solidFill>
                <a:latin typeface="Verdana" pitchFamily="34" charset="0"/>
              </a:defRPr>
            </a:lvl7pPr>
            <a:lvl8pPr marL="3429000" indent="-228600" eaLnBrk="0" fontAlgn="base" hangingPunct="0">
              <a:spcBef>
                <a:spcPct val="20000"/>
              </a:spcBef>
              <a:spcAft>
                <a:spcPct val="0"/>
              </a:spcAft>
              <a:buChar char="»"/>
              <a:defRPr sz="2000">
                <a:solidFill>
                  <a:schemeClr val="tx1"/>
                </a:solidFill>
                <a:latin typeface="Verdana" pitchFamily="34" charset="0"/>
              </a:defRPr>
            </a:lvl8pPr>
            <a:lvl9pPr marL="3886200" indent="-228600" eaLnBrk="0" fontAlgn="base" hangingPunct="0">
              <a:spcBef>
                <a:spcPct val="20000"/>
              </a:spcBef>
              <a:spcAft>
                <a:spcPct val="0"/>
              </a:spcAft>
              <a:buChar char="»"/>
              <a:defRPr sz="2000">
                <a:solidFill>
                  <a:schemeClr val="tx1"/>
                </a:solidFill>
                <a:latin typeface="Verdana" pitchFamily="34" charset="0"/>
              </a:defRPr>
            </a:lvl9pPr>
          </a:lstStyle>
          <a:p>
            <a:pPr eaLnBrk="1" hangingPunct="1">
              <a:spcBef>
                <a:spcPct val="0"/>
              </a:spcBef>
            </a:pPr>
            <a:r>
              <a:rPr lang="en-US" altLang="en-US" sz="2000">
                <a:latin typeface="Arial" charset="0"/>
              </a:rPr>
              <a:t> Letting algorithms find “patterns” in vast amounts of data</a:t>
            </a:r>
          </a:p>
          <a:p>
            <a:pPr lvl="1" eaLnBrk="1" hangingPunct="1">
              <a:spcBef>
                <a:spcPct val="0"/>
              </a:spcBef>
              <a:buFontTx/>
              <a:buChar char="•"/>
            </a:pPr>
            <a:endParaRPr lang="en-US" altLang="en-US" sz="2000">
              <a:latin typeface="Arial" charset="0"/>
            </a:endParaRPr>
          </a:p>
          <a:p>
            <a:pPr eaLnBrk="1" hangingPunct="1">
              <a:spcBef>
                <a:spcPct val="0"/>
              </a:spcBef>
            </a:pPr>
            <a:r>
              <a:rPr lang="en-US" altLang="en-US" sz="2000">
                <a:latin typeface="Arial" charset="0"/>
              </a:rPr>
              <a:t> Types…</a:t>
            </a:r>
          </a:p>
          <a:p>
            <a:pPr eaLnBrk="1" hangingPunct="1">
              <a:spcBef>
                <a:spcPct val="0"/>
              </a:spcBef>
              <a:buFontTx/>
              <a:buNone/>
            </a:pPr>
            <a:endParaRPr lang="en-US" altLang="en-US" sz="2000">
              <a:latin typeface="Arial" charset="0"/>
            </a:endParaRPr>
          </a:p>
          <a:p>
            <a:pPr lvl="1" eaLnBrk="1" hangingPunct="1">
              <a:spcBef>
                <a:spcPct val="0"/>
              </a:spcBef>
              <a:buFontTx/>
              <a:buChar char="•"/>
            </a:pPr>
            <a:r>
              <a:rPr lang="en-US" altLang="en-US" sz="2000">
                <a:latin typeface="Arial" charset="0"/>
              </a:rPr>
              <a:t> Automatic Cluster Detection</a:t>
            </a:r>
          </a:p>
          <a:p>
            <a:pPr lvl="1" eaLnBrk="1" hangingPunct="1">
              <a:spcBef>
                <a:spcPct val="0"/>
              </a:spcBef>
              <a:buFontTx/>
              <a:buChar char="•"/>
            </a:pPr>
            <a:endParaRPr lang="en-US" altLang="en-US" sz="2000">
              <a:latin typeface="Arial" charset="0"/>
            </a:endParaRPr>
          </a:p>
          <a:p>
            <a:pPr lvl="1" eaLnBrk="1" hangingPunct="1">
              <a:spcBef>
                <a:spcPct val="0"/>
              </a:spcBef>
              <a:buFontTx/>
              <a:buChar char="•"/>
            </a:pPr>
            <a:r>
              <a:rPr lang="en-US" altLang="en-US" sz="2000">
                <a:latin typeface="Arial" charset="0"/>
              </a:rPr>
              <a:t> Market Basket Analysis</a:t>
            </a:r>
          </a:p>
          <a:p>
            <a:pPr lvl="1" eaLnBrk="1" hangingPunct="1">
              <a:spcBef>
                <a:spcPct val="0"/>
              </a:spcBef>
              <a:buFontTx/>
              <a:buNone/>
            </a:pPr>
            <a:endParaRPr lang="en-US" altLang="en-US" sz="2000">
              <a:latin typeface="Arial" charset="0"/>
            </a:endParaRPr>
          </a:p>
          <a:p>
            <a:pPr lvl="1" eaLnBrk="1" hangingPunct="1">
              <a:spcBef>
                <a:spcPct val="0"/>
              </a:spcBef>
              <a:buFontTx/>
              <a:buChar char="•"/>
            </a:pPr>
            <a:r>
              <a:rPr lang="en-US" altLang="en-US" sz="2000">
                <a:latin typeface="Arial" charset="0"/>
              </a:rPr>
              <a:t> Sequential Pattern Matching</a:t>
            </a:r>
          </a:p>
          <a:p>
            <a:pPr lvl="1" eaLnBrk="1" hangingPunct="1">
              <a:spcBef>
                <a:spcPct val="0"/>
              </a:spcBef>
              <a:buFontTx/>
              <a:buNone/>
            </a:pPr>
            <a:endParaRPr lang="en-US" altLang="en-US" sz="2000">
              <a:latin typeface="Arial" charset="0"/>
            </a:endParaRPr>
          </a:p>
        </p:txBody>
      </p:sp>
      <p:grpSp>
        <p:nvGrpSpPr>
          <p:cNvPr id="2" name="Group 5"/>
          <p:cNvGrpSpPr>
            <a:grpSpLocks/>
          </p:cNvGrpSpPr>
          <p:nvPr/>
        </p:nvGrpSpPr>
        <p:grpSpPr bwMode="auto">
          <a:xfrm>
            <a:off x="4203700" y="3592513"/>
            <a:ext cx="4270375" cy="1311275"/>
            <a:chOff x="2648" y="2263"/>
            <a:chExt cx="2690" cy="826"/>
          </a:xfrm>
        </p:grpSpPr>
        <p:sp>
          <p:nvSpPr>
            <p:cNvPr id="54279" name="Text Box 6"/>
            <p:cNvSpPr txBox="1">
              <a:spLocks noChangeArrowheads="1"/>
            </p:cNvSpPr>
            <p:nvPr/>
          </p:nvSpPr>
          <p:spPr bwMode="auto">
            <a:xfrm>
              <a:off x="3215" y="2263"/>
              <a:ext cx="2123" cy="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2800">
                  <a:solidFill>
                    <a:schemeClr val="tx1"/>
                  </a:solidFill>
                  <a:latin typeface="Verdana" pitchFamily="34" charset="0"/>
                </a:defRPr>
              </a:lvl1pPr>
              <a:lvl2pPr marL="742950" indent="-285750" eaLnBrk="0" hangingPunct="0">
                <a:spcBef>
                  <a:spcPct val="20000"/>
                </a:spcBef>
                <a:buChar char="–"/>
                <a:defRPr sz="2400">
                  <a:solidFill>
                    <a:schemeClr val="tx1"/>
                  </a:solidFill>
                  <a:latin typeface="Verdana" pitchFamily="34" charset="0"/>
                </a:defRPr>
              </a:lvl2pPr>
              <a:lvl3pPr marL="1143000" indent="-228600" eaLnBrk="0" hangingPunct="0">
                <a:spcBef>
                  <a:spcPct val="20000"/>
                </a:spcBef>
                <a:buChar char="•"/>
                <a:defRPr sz="2000">
                  <a:solidFill>
                    <a:schemeClr val="tx1"/>
                  </a:solidFill>
                  <a:latin typeface="Verdana" pitchFamily="34" charset="0"/>
                </a:defRPr>
              </a:lvl3pPr>
              <a:lvl4pPr marL="1600200" indent="-228600" eaLnBrk="0" hangingPunct="0">
                <a:spcBef>
                  <a:spcPct val="20000"/>
                </a:spcBef>
                <a:buChar char="–"/>
                <a:defRPr sz="2000">
                  <a:solidFill>
                    <a:schemeClr val="tx1"/>
                  </a:solidFill>
                  <a:latin typeface="Verdana" pitchFamily="34" charset="0"/>
                </a:defRPr>
              </a:lvl4pPr>
              <a:lvl5pPr marL="2057400" indent="-228600" eaLnBrk="0" hangingPunct="0">
                <a:spcBef>
                  <a:spcPct val="20000"/>
                </a:spcBef>
                <a:buChar char="»"/>
                <a:defRPr sz="2000">
                  <a:solidFill>
                    <a:schemeClr val="tx1"/>
                  </a:solidFill>
                  <a:latin typeface="Verdana" pitchFamily="34" charset="0"/>
                </a:defRPr>
              </a:lvl5pPr>
              <a:lvl6pPr marL="2514600" indent="-228600" eaLnBrk="0" fontAlgn="base" hangingPunct="0">
                <a:spcBef>
                  <a:spcPct val="20000"/>
                </a:spcBef>
                <a:spcAft>
                  <a:spcPct val="0"/>
                </a:spcAft>
                <a:buChar char="»"/>
                <a:defRPr sz="2000">
                  <a:solidFill>
                    <a:schemeClr val="tx1"/>
                  </a:solidFill>
                  <a:latin typeface="Verdana" pitchFamily="34" charset="0"/>
                </a:defRPr>
              </a:lvl6pPr>
              <a:lvl7pPr marL="2971800" indent="-228600" eaLnBrk="0" fontAlgn="base" hangingPunct="0">
                <a:spcBef>
                  <a:spcPct val="20000"/>
                </a:spcBef>
                <a:spcAft>
                  <a:spcPct val="0"/>
                </a:spcAft>
                <a:buChar char="»"/>
                <a:defRPr sz="2000">
                  <a:solidFill>
                    <a:schemeClr val="tx1"/>
                  </a:solidFill>
                  <a:latin typeface="Verdana" pitchFamily="34" charset="0"/>
                </a:defRPr>
              </a:lvl7pPr>
              <a:lvl8pPr marL="3429000" indent="-228600" eaLnBrk="0" fontAlgn="base" hangingPunct="0">
                <a:spcBef>
                  <a:spcPct val="20000"/>
                </a:spcBef>
                <a:spcAft>
                  <a:spcPct val="0"/>
                </a:spcAft>
                <a:buChar char="»"/>
                <a:defRPr sz="2000">
                  <a:solidFill>
                    <a:schemeClr val="tx1"/>
                  </a:solidFill>
                  <a:latin typeface="Verdana" pitchFamily="34" charset="0"/>
                </a:defRPr>
              </a:lvl8pPr>
              <a:lvl9pPr marL="3886200" indent="-228600" eaLnBrk="0" fontAlgn="base" hangingPunct="0">
                <a:spcBef>
                  <a:spcPct val="20000"/>
                </a:spcBef>
                <a:spcAft>
                  <a:spcPct val="0"/>
                </a:spcAft>
                <a:buChar char="»"/>
                <a:defRPr sz="2000">
                  <a:solidFill>
                    <a:schemeClr val="tx1"/>
                  </a:solidFill>
                  <a:latin typeface="Verdana" pitchFamily="34" charset="0"/>
                </a:defRPr>
              </a:lvl9pPr>
            </a:lstStyle>
            <a:p>
              <a:pPr algn="ctr" eaLnBrk="1" hangingPunct="1">
                <a:spcBef>
                  <a:spcPct val="0"/>
                </a:spcBef>
                <a:buFontTx/>
                <a:buNone/>
              </a:pPr>
              <a:r>
                <a:rPr lang="en-US" altLang="en-US" sz="2000">
                  <a:latin typeface="Arial" charset="0"/>
                </a:rPr>
                <a:t>Finds “clumps” of customers</a:t>
              </a:r>
            </a:p>
            <a:p>
              <a:pPr algn="ctr" eaLnBrk="1" hangingPunct="1">
                <a:spcBef>
                  <a:spcPct val="0"/>
                </a:spcBef>
                <a:buFontTx/>
                <a:buNone/>
              </a:pPr>
              <a:r>
                <a:rPr lang="en-US" altLang="en-US" sz="2000">
                  <a:latin typeface="Arial" charset="0"/>
                </a:rPr>
                <a:t>who are similar because of</a:t>
              </a:r>
            </a:p>
            <a:p>
              <a:pPr algn="ctr" eaLnBrk="1" hangingPunct="1">
                <a:spcBef>
                  <a:spcPct val="0"/>
                </a:spcBef>
                <a:buFontTx/>
                <a:buNone/>
              </a:pPr>
              <a:r>
                <a:rPr lang="en-US" altLang="en-US" sz="2000">
                  <a:latin typeface="Arial" charset="0"/>
                </a:rPr>
                <a:t>income level, buying habits,</a:t>
              </a:r>
            </a:p>
            <a:p>
              <a:pPr algn="ctr" eaLnBrk="1" hangingPunct="1">
                <a:spcBef>
                  <a:spcPct val="0"/>
                </a:spcBef>
                <a:buFontTx/>
                <a:buNone/>
              </a:pPr>
              <a:r>
                <a:rPr lang="en-US" altLang="en-US" sz="2000">
                  <a:latin typeface="Arial" charset="0"/>
                </a:rPr>
                <a:t>geographic location, etc.</a:t>
              </a:r>
            </a:p>
          </p:txBody>
        </p:sp>
        <p:sp>
          <p:nvSpPr>
            <p:cNvPr id="54280" name="Line 7"/>
            <p:cNvSpPr>
              <a:spLocks noChangeShapeType="1"/>
            </p:cNvSpPr>
            <p:nvPr/>
          </p:nvSpPr>
          <p:spPr bwMode="auto">
            <a:xfrm>
              <a:off x="2648" y="2368"/>
              <a:ext cx="55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grpSp>
    </p:spTree>
    <p:custDataLst>
      <p:tags r:id="rId1"/>
    </p:custDataLst>
    <p:extLst>
      <p:ext uri="{BB962C8B-B14F-4D97-AF65-F5344CB8AC3E}">
        <p14:creationId xmlns:p14="http://schemas.microsoft.com/office/powerpoint/2010/main" val="750953261"/>
      </p:ext>
    </p:extLst>
  </p:cSld>
  <p:clrMapOvr>
    <a:masterClrMapping/>
  </p:clrMapOvr>
  <mc:AlternateContent xmlns:mc="http://schemas.openxmlformats.org/markup-compatibility/2006" xmlns:p14="http://schemas.microsoft.com/office/powerpoint/2010/main">
    <mc:Choice Requires="p14">
      <p:transition spd="slow" p14:dur="2000" advTm="32241"/>
    </mc:Choice>
    <mc:Fallback xmlns="">
      <p:transition spd="slow" advTm="32241"/>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2800">
                <a:solidFill>
                  <a:schemeClr val="tx1"/>
                </a:solidFill>
                <a:latin typeface="Verdana" pitchFamily="34" charset="0"/>
              </a:defRPr>
            </a:lvl1pPr>
            <a:lvl2pPr marL="742950" indent="-285750" eaLnBrk="0" hangingPunct="0">
              <a:spcBef>
                <a:spcPct val="20000"/>
              </a:spcBef>
              <a:buChar char="–"/>
              <a:defRPr sz="2400">
                <a:solidFill>
                  <a:schemeClr val="tx1"/>
                </a:solidFill>
                <a:latin typeface="Verdana" pitchFamily="34" charset="0"/>
              </a:defRPr>
            </a:lvl2pPr>
            <a:lvl3pPr marL="1143000" indent="-228600" eaLnBrk="0" hangingPunct="0">
              <a:spcBef>
                <a:spcPct val="20000"/>
              </a:spcBef>
              <a:buChar char="•"/>
              <a:defRPr sz="2000">
                <a:solidFill>
                  <a:schemeClr val="tx1"/>
                </a:solidFill>
                <a:latin typeface="Verdana" pitchFamily="34" charset="0"/>
              </a:defRPr>
            </a:lvl3pPr>
            <a:lvl4pPr marL="1600200" indent="-228600" eaLnBrk="0" hangingPunct="0">
              <a:spcBef>
                <a:spcPct val="20000"/>
              </a:spcBef>
              <a:buChar char="–"/>
              <a:defRPr sz="2000">
                <a:solidFill>
                  <a:schemeClr val="tx1"/>
                </a:solidFill>
                <a:latin typeface="Verdana" pitchFamily="34" charset="0"/>
              </a:defRPr>
            </a:lvl4pPr>
            <a:lvl5pPr marL="2057400" indent="-228600" eaLnBrk="0" hangingPunct="0">
              <a:spcBef>
                <a:spcPct val="20000"/>
              </a:spcBef>
              <a:buChar char="»"/>
              <a:defRPr sz="2000">
                <a:solidFill>
                  <a:schemeClr val="tx1"/>
                </a:solidFill>
                <a:latin typeface="Verdana" pitchFamily="34" charset="0"/>
              </a:defRPr>
            </a:lvl5pPr>
            <a:lvl6pPr marL="2514600" indent="-228600" eaLnBrk="0" fontAlgn="base" hangingPunct="0">
              <a:spcBef>
                <a:spcPct val="20000"/>
              </a:spcBef>
              <a:spcAft>
                <a:spcPct val="0"/>
              </a:spcAft>
              <a:buChar char="»"/>
              <a:defRPr sz="2000">
                <a:solidFill>
                  <a:schemeClr val="tx1"/>
                </a:solidFill>
                <a:latin typeface="Verdana" pitchFamily="34" charset="0"/>
              </a:defRPr>
            </a:lvl6pPr>
            <a:lvl7pPr marL="2971800" indent="-228600" eaLnBrk="0" fontAlgn="base" hangingPunct="0">
              <a:spcBef>
                <a:spcPct val="20000"/>
              </a:spcBef>
              <a:spcAft>
                <a:spcPct val="0"/>
              </a:spcAft>
              <a:buChar char="»"/>
              <a:defRPr sz="2000">
                <a:solidFill>
                  <a:schemeClr val="tx1"/>
                </a:solidFill>
                <a:latin typeface="Verdana" pitchFamily="34" charset="0"/>
              </a:defRPr>
            </a:lvl7pPr>
            <a:lvl8pPr marL="3429000" indent="-228600" eaLnBrk="0" fontAlgn="base" hangingPunct="0">
              <a:spcBef>
                <a:spcPct val="20000"/>
              </a:spcBef>
              <a:spcAft>
                <a:spcPct val="0"/>
              </a:spcAft>
              <a:buChar char="»"/>
              <a:defRPr sz="2000">
                <a:solidFill>
                  <a:schemeClr val="tx1"/>
                </a:solidFill>
                <a:latin typeface="Verdana" pitchFamily="34" charset="0"/>
              </a:defRPr>
            </a:lvl8pPr>
            <a:lvl9pPr marL="3886200" indent="-228600" eaLnBrk="0" fontAlgn="base" hangingPunct="0">
              <a:spcBef>
                <a:spcPct val="20000"/>
              </a:spcBef>
              <a:spcAft>
                <a:spcPct val="0"/>
              </a:spcAft>
              <a:buChar char="»"/>
              <a:defRPr sz="2000">
                <a:solidFill>
                  <a:schemeClr val="tx1"/>
                </a:solidFill>
                <a:latin typeface="Verdana" pitchFamily="34" charset="0"/>
              </a:defRPr>
            </a:lvl9pPr>
          </a:lstStyle>
          <a:p>
            <a:pPr eaLnBrk="1" hangingPunct="1">
              <a:spcBef>
                <a:spcPct val="0"/>
              </a:spcBef>
              <a:buFontTx/>
              <a:buNone/>
            </a:pPr>
            <a:r>
              <a:rPr lang="en-IE" altLang="en-US" sz="1200"/>
              <a:t>    Slide </a:t>
            </a:r>
            <a:fld id="{F6DF5D21-10A6-4263-82B8-4F9D6588C586}" type="slidenum">
              <a:rPr lang="en-IE" altLang="en-US" sz="1200" smtClean="0"/>
              <a:pPr eaLnBrk="1" hangingPunct="1">
                <a:spcBef>
                  <a:spcPct val="0"/>
                </a:spcBef>
                <a:buFontTx/>
                <a:buNone/>
              </a:pPr>
              <a:t>24</a:t>
            </a:fld>
            <a:endParaRPr lang="en-IE" altLang="en-US" sz="1200"/>
          </a:p>
        </p:txBody>
      </p:sp>
      <p:sp>
        <p:nvSpPr>
          <p:cNvPr id="55299" name="Rectangle 2"/>
          <p:cNvSpPr>
            <a:spLocks noChangeArrowheads="1"/>
          </p:cNvSpPr>
          <p:nvPr/>
        </p:nvSpPr>
        <p:spPr bwMode="auto">
          <a:xfrm>
            <a:off x="228600" y="1476375"/>
            <a:ext cx="8915400" cy="538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2800">
                <a:solidFill>
                  <a:schemeClr val="tx1"/>
                </a:solidFill>
                <a:latin typeface="Verdana" pitchFamily="34" charset="0"/>
              </a:defRPr>
            </a:lvl1pPr>
            <a:lvl2pPr marL="742950" indent="-285750" eaLnBrk="0" hangingPunct="0">
              <a:spcBef>
                <a:spcPct val="20000"/>
              </a:spcBef>
              <a:buChar char="–"/>
              <a:defRPr sz="2400">
                <a:solidFill>
                  <a:schemeClr val="tx1"/>
                </a:solidFill>
                <a:latin typeface="Verdana" pitchFamily="34" charset="0"/>
              </a:defRPr>
            </a:lvl2pPr>
            <a:lvl3pPr marL="1143000" indent="-228600" eaLnBrk="0" hangingPunct="0">
              <a:spcBef>
                <a:spcPct val="20000"/>
              </a:spcBef>
              <a:buChar char="•"/>
              <a:defRPr sz="2000">
                <a:solidFill>
                  <a:schemeClr val="tx1"/>
                </a:solidFill>
                <a:latin typeface="Verdana" pitchFamily="34" charset="0"/>
              </a:defRPr>
            </a:lvl3pPr>
            <a:lvl4pPr marL="1600200" indent="-228600" eaLnBrk="0" hangingPunct="0">
              <a:spcBef>
                <a:spcPct val="20000"/>
              </a:spcBef>
              <a:buChar char="–"/>
              <a:defRPr sz="2000">
                <a:solidFill>
                  <a:schemeClr val="tx1"/>
                </a:solidFill>
                <a:latin typeface="Verdana" pitchFamily="34" charset="0"/>
              </a:defRPr>
            </a:lvl4pPr>
            <a:lvl5pPr marL="2057400" indent="-228600" eaLnBrk="0" hangingPunct="0">
              <a:spcBef>
                <a:spcPct val="20000"/>
              </a:spcBef>
              <a:buChar char="»"/>
              <a:defRPr sz="2000">
                <a:solidFill>
                  <a:schemeClr val="tx1"/>
                </a:solidFill>
                <a:latin typeface="Verdana" pitchFamily="34" charset="0"/>
              </a:defRPr>
            </a:lvl5pPr>
            <a:lvl6pPr marL="2514600" indent="-228600" eaLnBrk="0" fontAlgn="base" hangingPunct="0">
              <a:spcBef>
                <a:spcPct val="20000"/>
              </a:spcBef>
              <a:spcAft>
                <a:spcPct val="0"/>
              </a:spcAft>
              <a:buChar char="»"/>
              <a:defRPr sz="2000">
                <a:solidFill>
                  <a:schemeClr val="tx1"/>
                </a:solidFill>
                <a:latin typeface="Verdana" pitchFamily="34" charset="0"/>
              </a:defRPr>
            </a:lvl6pPr>
            <a:lvl7pPr marL="2971800" indent="-228600" eaLnBrk="0" fontAlgn="base" hangingPunct="0">
              <a:spcBef>
                <a:spcPct val="20000"/>
              </a:spcBef>
              <a:spcAft>
                <a:spcPct val="0"/>
              </a:spcAft>
              <a:buChar char="»"/>
              <a:defRPr sz="2000">
                <a:solidFill>
                  <a:schemeClr val="tx1"/>
                </a:solidFill>
                <a:latin typeface="Verdana" pitchFamily="34" charset="0"/>
              </a:defRPr>
            </a:lvl7pPr>
            <a:lvl8pPr marL="3429000" indent="-228600" eaLnBrk="0" fontAlgn="base" hangingPunct="0">
              <a:spcBef>
                <a:spcPct val="20000"/>
              </a:spcBef>
              <a:spcAft>
                <a:spcPct val="0"/>
              </a:spcAft>
              <a:buChar char="»"/>
              <a:defRPr sz="2000">
                <a:solidFill>
                  <a:schemeClr val="tx1"/>
                </a:solidFill>
                <a:latin typeface="Verdana" pitchFamily="34" charset="0"/>
              </a:defRPr>
            </a:lvl8pPr>
            <a:lvl9pPr marL="3886200" indent="-228600" eaLnBrk="0" fontAlgn="base" hangingPunct="0">
              <a:spcBef>
                <a:spcPct val="20000"/>
              </a:spcBef>
              <a:spcAft>
                <a:spcPct val="0"/>
              </a:spcAft>
              <a:buChar char="»"/>
              <a:defRPr sz="2000">
                <a:solidFill>
                  <a:schemeClr val="tx1"/>
                </a:solidFill>
                <a:latin typeface="Verdana" pitchFamily="34" charset="0"/>
              </a:defRPr>
            </a:lvl9pPr>
          </a:lstStyle>
          <a:p>
            <a:pPr algn="ctr">
              <a:lnSpc>
                <a:spcPct val="90000"/>
              </a:lnSpc>
              <a:spcBef>
                <a:spcPct val="70000"/>
              </a:spcBef>
              <a:spcAft>
                <a:spcPct val="10000"/>
              </a:spcAft>
              <a:buClr>
                <a:schemeClr val="accent1"/>
              </a:buClr>
              <a:buSzPct val="50000"/>
              <a:buFont typeface="Monotype Sorts" pitchFamily="2" charset="2"/>
              <a:buNone/>
            </a:pPr>
            <a:r>
              <a:rPr lang="en-US" altLang="en-US" sz="2400" b="1">
                <a:latin typeface="Arial" charset="0"/>
                <a:cs typeface="Times New Roman" pitchFamily="18" charset="0"/>
              </a:rPr>
              <a:t> </a:t>
            </a:r>
            <a:r>
              <a:rPr lang="en-US" altLang="en-US" sz="2600" b="1">
                <a:latin typeface="Arial" charset="0"/>
                <a:cs typeface="Times New Roman" pitchFamily="18" charset="0"/>
              </a:rPr>
              <a:t>Undirected Data Mining</a:t>
            </a:r>
          </a:p>
          <a:p>
            <a:pPr lvl="1">
              <a:lnSpc>
                <a:spcPct val="90000"/>
              </a:lnSpc>
              <a:spcBef>
                <a:spcPct val="70000"/>
              </a:spcBef>
              <a:spcAft>
                <a:spcPct val="10000"/>
              </a:spcAft>
              <a:buClr>
                <a:schemeClr val="accent1"/>
              </a:buClr>
              <a:buSzPct val="50000"/>
              <a:buFont typeface="Monotype Sorts" pitchFamily="2" charset="2"/>
              <a:buNone/>
            </a:pPr>
            <a:endParaRPr lang="en-US" altLang="en-US" sz="2000" i="1">
              <a:solidFill>
                <a:schemeClr val="accent1"/>
              </a:solidFill>
              <a:latin typeface="Arial" charset="0"/>
              <a:cs typeface="Times New Roman" pitchFamily="18" charset="0"/>
            </a:endParaRPr>
          </a:p>
          <a:p>
            <a:pPr>
              <a:lnSpc>
                <a:spcPct val="90000"/>
              </a:lnSpc>
              <a:spcBef>
                <a:spcPct val="70000"/>
              </a:spcBef>
              <a:spcAft>
                <a:spcPct val="10000"/>
              </a:spcAft>
              <a:buClr>
                <a:schemeClr val="accent1"/>
              </a:buClr>
              <a:buSzPct val="50000"/>
              <a:buFont typeface="Monotype Sorts" pitchFamily="2" charset="2"/>
              <a:buNone/>
            </a:pPr>
            <a:r>
              <a:rPr lang="en-US" altLang="en-US" sz="1400" b="1">
                <a:latin typeface="Arial" charset="0"/>
                <a:cs typeface="Times New Roman" pitchFamily="18" charset="0"/>
              </a:rPr>
              <a:t> </a:t>
            </a:r>
            <a:endParaRPr lang="en-US" altLang="en-US" sz="2200" b="1">
              <a:solidFill>
                <a:schemeClr val="bg1"/>
              </a:solidFill>
              <a:latin typeface="Arial" charset="0"/>
              <a:cs typeface="Times New Roman" pitchFamily="18" charset="0"/>
            </a:endParaRPr>
          </a:p>
        </p:txBody>
      </p:sp>
      <p:sp>
        <p:nvSpPr>
          <p:cNvPr id="55300" name="Rectangle 3"/>
          <p:cNvSpPr>
            <a:spLocks noGrp="1" noChangeArrowheads="1"/>
          </p:cNvSpPr>
          <p:nvPr>
            <p:ph type="title"/>
          </p:nvPr>
        </p:nvSpPr>
        <p:spPr>
          <a:xfrm>
            <a:off x="228600" y="80963"/>
            <a:ext cx="7500938" cy="939800"/>
          </a:xfrm>
        </p:spPr>
        <p:txBody>
          <a:bodyPr/>
          <a:lstStyle/>
          <a:p>
            <a:pPr eaLnBrk="1" hangingPunct="1"/>
            <a:r>
              <a:rPr lang="en-US" altLang="en-US" sz="3600"/>
              <a:t>Data Mining</a:t>
            </a:r>
          </a:p>
        </p:txBody>
      </p:sp>
      <p:sp>
        <p:nvSpPr>
          <p:cNvPr id="55301" name="Text Box 4"/>
          <p:cNvSpPr txBox="1">
            <a:spLocks noChangeArrowheads="1"/>
          </p:cNvSpPr>
          <p:nvPr/>
        </p:nvSpPr>
        <p:spPr bwMode="auto">
          <a:xfrm>
            <a:off x="319088" y="2322513"/>
            <a:ext cx="8824912" cy="314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2800">
                <a:solidFill>
                  <a:schemeClr val="tx1"/>
                </a:solidFill>
                <a:latin typeface="Verdana" pitchFamily="34" charset="0"/>
              </a:defRPr>
            </a:lvl1pPr>
            <a:lvl2pPr eaLnBrk="0" hangingPunct="0">
              <a:spcBef>
                <a:spcPct val="20000"/>
              </a:spcBef>
              <a:buChar char="–"/>
              <a:defRPr sz="2400">
                <a:solidFill>
                  <a:schemeClr val="tx1"/>
                </a:solidFill>
                <a:latin typeface="Verdana" pitchFamily="34" charset="0"/>
              </a:defRPr>
            </a:lvl2pPr>
            <a:lvl3pPr marL="1143000" indent="-228600" eaLnBrk="0" hangingPunct="0">
              <a:spcBef>
                <a:spcPct val="20000"/>
              </a:spcBef>
              <a:buChar char="•"/>
              <a:defRPr sz="2000">
                <a:solidFill>
                  <a:schemeClr val="tx1"/>
                </a:solidFill>
                <a:latin typeface="Verdana" pitchFamily="34" charset="0"/>
              </a:defRPr>
            </a:lvl3pPr>
            <a:lvl4pPr marL="1600200" indent="-228600" eaLnBrk="0" hangingPunct="0">
              <a:spcBef>
                <a:spcPct val="20000"/>
              </a:spcBef>
              <a:buChar char="–"/>
              <a:defRPr sz="2000">
                <a:solidFill>
                  <a:schemeClr val="tx1"/>
                </a:solidFill>
                <a:latin typeface="Verdana" pitchFamily="34" charset="0"/>
              </a:defRPr>
            </a:lvl4pPr>
            <a:lvl5pPr marL="2057400" indent="-228600" eaLnBrk="0" hangingPunct="0">
              <a:spcBef>
                <a:spcPct val="20000"/>
              </a:spcBef>
              <a:buChar char="»"/>
              <a:defRPr sz="2000">
                <a:solidFill>
                  <a:schemeClr val="tx1"/>
                </a:solidFill>
                <a:latin typeface="Verdana" pitchFamily="34" charset="0"/>
              </a:defRPr>
            </a:lvl5pPr>
            <a:lvl6pPr marL="2514600" indent="-228600" eaLnBrk="0" fontAlgn="base" hangingPunct="0">
              <a:spcBef>
                <a:spcPct val="20000"/>
              </a:spcBef>
              <a:spcAft>
                <a:spcPct val="0"/>
              </a:spcAft>
              <a:buChar char="»"/>
              <a:defRPr sz="2000">
                <a:solidFill>
                  <a:schemeClr val="tx1"/>
                </a:solidFill>
                <a:latin typeface="Verdana" pitchFamily="34" charset="0"/>
              </a:defRPr>
            </a:lvl6pPr>
            <a:lvl7pPr marL="2971800" indent="-228600" eaLnBrk="0" fontAlgn="base" hangingPunct="0">
              <a:spcBef>
                <a:spcPct val="20000"/>
              </a:spcBef>
              <a:spcAft>
                <a:spcPct val="0"/>
              </a:spcAft>
              <a:buChar char="»"/>
              <a:defRPr sz="2000">
                <a:solidFill>
                  <a:schemeClr val="tx1"/>
                </a:solidFill>
                <a:latin typeface="Verdana" pitchFamily="34" charset="0"/>
              </a:defRPr>
            </a:lvl7pPr>
            <a:lvl8pPr marL="3429000" indent="-228600" eaLnBrk="0" fontAlgn="base" hangingPunct="0">
              <a:spcBef>
                <a:spcPct val="20000"/>
              </a:spcBef>
              <a:spcAft>
                <a:spcPct val="0"/>
              </a:spcAft>
              <a:buChar char="»"/>
              <a:defRPr sz="2000">
                <a:solidFill>
                  <a:schemeClr val="tx1"/>
                </a:solidFill>
                <a:latin typeface="Verdana" pitchFamily="34" charset="0"/>
              </a:defRPr>
            </a:lvl8pPr>
            <a:lvl9pPr marL="3886200" indent="-228600" eaLnBrk="0" fontAlgn="base" hangingPunct="0">
              <a:spcBef>
                <a:spcPct val="20000"/>
              </a:spcBef>
              <a:spcAft>
                <a:spcPct val="0"/>
              </a:spcAft>
              <a:buChar char="»"/>
              <a:defRPr sz="2000">
                <a:solidFill>
                  <a:schemeClr val="tx1"/>
                </a:solidFill>
                <a:latin typeface="Verdana" pitchFamily="34" charset="0"/>
              </a:defRPr>
            </a:lvl9pPr>
          </a:lstStyle>
          <a:p>
            <a:pPr eaLnBrk="1" hangingPunct="1">
              <a:spcBef>
                <a:spcPct val="0"/>
              </a:spcBef>
            </a:pPr>
            <a:r>
              <a:rPr lang="en-US" altLang="en-US" sz="2000">
                <a:latin typeface="Arial" charset="0"/>
              </a:rPr>
              <a:t> Letting algorithms find “patterns” in vast amounts of data</a:t>
            </a:r>
          </a:p>
          <a:p>
            <a:pPr lvl="1" eaLnBrk="1" hangingPunct="1">
              <a:spcBef>
                <a:spcPct val="0"/>
              </a:spcBef>
              <a:buFontTx/>
              <a:buChar char="•"/>
            </a:pPr>
            <a:endParaRPr lang="en-US" altLang="en-US" sz="2000">
              <a:latin typeface="Arial" charset="0"/>
            </a:endParaRPr>
          </a:p>
          <a:p>
            <a:pPr eaLnBrk="1" hangingPunct="1">
              <a:spcBef>
                <a:spcPct val="0"/>
              </a:spcBef>
            </a:pPr>
            <a:r>
              <a:rPr lang="en-US" altLang="en-US" sz="2000">
                <a:latin typeface="Arial" charset="0"/>
              </a:rPr>
              <a:t> Types…</a:t>
            </a:r>
          </a:p>
          <a:p>
            <a:pPr eaLnBrk="1" hangingPunct="1">
              <a:spcBef>
                <a:spcPct val="0"/>
              </a:spcBef>
              <a:buFontTx/>
              <a:buNone/>
            </a:pPr>
            <a:endParaRPr lang="en-US" altLang="en-US" sz="2000">
              <a:latin typeface="Arial" charset="0"/>
            </a:endParaRPr>
          </a:p>
          <a:p>
            <a:pPr lvl="1" eaLnBrk="1" hangingPunct="1">
              <a:spcBef>
                <a:spcPct val="0"/>
              </a:spcBef>
              <a:buFontTx/>
              <a:buChar char="•"/>
            </a:pPr>
            <a:r>
              <a:rPr lang="en-US" altLang="en-US" sz="2000">
                <a:latin typeface="Arial" charset="0"/>
              </a:rPr>
              <a:t> Automatic Cluster Detection</a:t>
            </a:r>
          </a:p>
          <a:p>
            <a:pPr lvl="1" eaLnBrk="1" hangingPunct="1">
              <a:spcBef>
                <a:spcPct val="0"/>
              </a:spcBef>
              <a:buFontTx/>
              <a:buChar char="•"/>
            </a:pPr>
            <a:endParaRPr lang="en-US" altLang="en-US" sz="2000">
              <a:latin typeface="Arial" charset="0"/>
            </a:endParaRPr>
          </a:p>
          <a:p>
            <a:pPr lvl="1" eaLnBrk="1" hangingPunct="1">
              <a:spcBef>
                <a:spcPct val="0"/>
              </a:spcBef>
              <a:buFontTx/>
              <a:buChar char="•"/>
            </a:pPr>
            <a:r>
              <a:rPr lang="en-US" altLang="en-US" sz="2000">
                <a:latin typeface="Arial" charset="0"/>
              </a:rPr>
              <a:t> Market Basket Analysis</a:t>
            </a:r>
          </a:p>
          <a:p>
            <a:pPr lvl="1" eaLnBrk="1" hangingPunct="1">
              <a:spcBef>
                <a:spcPct val="0"/>
              </a:spcBef>
              <a:buFontTx/>
              <a:buNone/>
            </a:pPr>
            <a:endParaRPr lang="en-US" altLang="en-US" sz="2000">
              <a:latin typeface="Arial" charset="0"/>
            </a:endParaRPr>
          </a:p>
          <a:p>
            <a:pPr lvl="1" eaLnBrk="1" hangingPunct="1">
              <a:spcBef>
                <a:spcPct val="0"/>
              </a:spcBef>
              <a:buFontTx/>
              <a:buChar char="•"/>
            </a:pPr>
            <a:r>
              <a:rPr lang="en-US" altLang="en-US" sz="2000">
                <a:latin typeface="Arial" charset="0"/>
              </a:rPr>
              <a:t> Sequential Pattern Matching</a:t>
            </a:r>
          </a:p>
          <a:p>
            <a:pPr lvl="1" eaLnBrk="1" hangingPunct="1">
              <a:spcBef>
                <a:spcPct val="0"/>
              </a:spcBef>
              <a:buFontTx/>
              <a:buNone/>
            </a:pPr>
            <a:endParaRPr lang="en-US" altLang="en-US" sz="2000">
              <a:latin typeface="Arial" charset="0"/>
            </a:endParaRPr>
          </a:p>
        </p:txBody>
      </p:sp>
      <p:sp>
        <p:nvSpPr>
          <p:cNvPr id="55302" name="Text Box 5"/>
          <p:cNvSpPr txBox="1">
            <a:spLocks noChangeArrowheads="1"/>
          </p:cNvSpPr>
          <p:nvPr/>
        </p:nvSpPr>
        <p:spPr bwMode="auto">
          <a:xfrm>
            <a:off x="4791075" y="4214813"/>
            <a:ext cx="320040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2800">
                <a:solidFill>
                  <a:schemeClr val="tx1"/>
                </a:solidFill>
                <a:latin typeface="Verdana" pitchFamily="34" charset="0"/>
              </a:defRPr>
            </a:lvl1pPr>
            <a:lvl2pPr marL="742950" indent="-285750" eaLnBrk="0" hangingPunct="0">
              <a:spcBef>
                <a:spcPct val="20000"/>
              </a:spcBef>
              <a:buChar char="–"/>
              <a:defRPr sz="2400">
                <a:solidFill>
                  <a:schemeClr val="tx1"/>
                </a:solidFill>
                <a:latin typeface="Verdana" pitchFamily="34" charset="0"/>
              </a:defRPr>
            </a:lvl2pPr>
            <a:lvl3pPr marL="1143000" indent="-228600" eaLnBrk="0" hangingPunct="0">
              <a:spcBef>
                <a:spcPct val="20000"/>
              </a:spcBef>
              <a:buChar char="•"/>
              <a:defRPr sz="2000">
                <a:solidFill>
                  <a:schemeClr val="tx1"/>
                </a:solidFill>
                <a:latin typeface="Verdana" pitchFamily="34" charset="0"/>
              </a:defRPr>
            </a:lvl3pPr>
            <a:lvl4pPr marL="1600200" indent="-228600" eaLnBrk="0" hangingPunct="0">
              <a:spcBef>
                <a:spcPct val="20000"/>
              </a:spcBef>
              <a:buChar char="–"/>
              <a:defRPr sz="2000">
                <a:solidFill>
                  <a:schemeClr val="tx1"/>
                </a:solidFill>
                <a:latin typeface="Verdana" pitchFamily="34" charset="0"/>
              </a:defRPr>
            </a:lvl4pPr>
            <a:lvl5pPr marL="2057400" indent="-228600" eaLnBrk="0" hangingPunct="0">
              <a:spcBef>
                <a:spcPct val="20000"/>
              </a:spcBef>
              <a:buChar char="»"/>
              <a:defRPr sz="2000">
                <a:solidFill>
                  <a:schemeClr val="tx1"/>
                </a:solidFill>
                <a:latin typeface="Verdana" pitchFamily="34" charset="0"/>
              </a:defRPr>
            </a:lvl5pPr>
            <a:lvl6pPr marL="2514600" indent="-228600" eaLnBrk="0" fontAlgn="base" hangingPunct="0">
              <a:spcBef>
                <a:spcPct val="20000"/>
              </a:spcBef>
              <a:spcAft>
                <a:spcPct val="0"/>
              </a:spcAft>
              <a:buChar char="»"/>
              <a:defRPr sz="2000">
                <a:solidFill>
                  <a:schemeClr val="tx1"/>
                </a:solidFill>
                <a:latin typeface="Verdana" pitchFamily="34" charset="0"/>
              </a:defRPr>
            </a:lvl6pPr>
            <a:lvl7pPr marL="2971800" indent="-228600" eaLnBrk="0" fontAlgn="base" hangingPunct="0">
              <a:spcBef>
                <a:spcPct val="20000"/>
              </a:spcBef>
              <a:spcAft>
                <a:spcPct val="0"/>
              </a:spcAft>
              <a:buChar char="»"/>
              <a:defRPr sz="2000">
                <a:solidFill>
                  <a:schemeClr val="tx1"/>
                </a:solidFill>
                <a:latin typeface="Verdana" pitchFamily="34" charset="0"/>
              </a:defRPr>
            </a:lvl7pPr>
            <a:lvl8pPr marL="3429000" indent="-228600" eaLnBrk="0" fontAlgn="base" hangingPunct="0">
              <a:spcBef>
                <a:spcPct val="20000"/>
              </a:spcBef>
              <a:spcAft>
                <a:spcPct val="0"/>
              </a:spcAft>
              <a:buChar char="»"/>
              <a:defRPr sz="2000">
                <a:solidFill>
                  <a:schemeClr val="tx1"/>
                </a:solidFill>
                <a:latin typeface="Verdana" pitchFamily="34" charset="0"/>
              </a:defRPr>
            </a:lvl8pPr>
            <a:lvl9pPr marL="3886200" indent="-228600" eaLnBrk="0" fontAlgn="base" hangingPunct="0">
              <a:spcBef>
                <a:spcPct val="20000"/>
              </a:spcBef>
              <a:spcAft>
                <a:spcPct val="0"/>
              </a:spcAft>
              <a:buChar char="»"/>
              <a:defRPr sz="2000">
                <a:solidFill>
                  <a:schemeClr val="tx1"/>
                </a:solidFill>
                <a:latin typeface="Verdana" pitchFamily="34" charset="0"/>
              </a:defRPr>
            </a:lvl9pPr>
          </a:lstStyle>
          <a:p>
            <a:pPr algn="ctr" eaLnBrk="1" hangingPunct="1">
              <a:spcBef>
                <a:spcPct val="0"/>
              </a:spcBef>
              <a:buFontTx/>
              <a:buNone/>
            </a:pPr>
            <a:r>
              <a:rPr lang="en-US" altLang="en-US" sz="2000">
                <a:latin typeface="Arial" charset="0"/>
              </a:rPr>
              <a:t>Determines what types of</a:t>
            </a:r>
          </a:p>
          <a:p>
            <a:pPr algn="ctr" eaLnBrk="1" hangingPunct="1">
              <a:spcBef>
                <a:spcPct val="0"/>
              </a:spcBef>
              <a:buFontTx/>
              <a:buNone/>
            </a:pPr>
            <a:r>
              <a:rPr lang="en-US" altLang="en-US" sz="2000">
                <a:latin typeface="Arial" charset="0"/>
              </a:rPr>
              <a:t>products (and services)</a:t>
            </a:r>
          </a:p>
          <a:p>
            <a:pPr algn="ctr" eaLnBrk="1" hangingPunct="1">
              <a:spcBef>
                <a:spcPct val="0"/>
              </a:spcBef>
              <a:buFontTx/>
              <a:buNone/>
            </a:pPr>
            <a:r>
              <a:rPr lang="en-US" altLang="en-US" sz="2000">
                <a:latin typeface="Arial" charset="0"/>
              </a:rPr>
              <a:t>are purchased at the same</a:t>
            </a:r>
          </a:p>
          <a:p>
            <a:pPr algn="ctr" eaLnBrk="1" hangingPunct="1">
              <a:spcBef>
                <a:spcPct val="0"/>
              </a:spcBef>
              <a:buFontTx/>
              <a:buNone/>
            </a:pPr>
            <a:r>
              <a:rPr lang="en-US" altLang="en-US" sz="2000">
                <a:latin typeface="Arial" charset="0"/>
              </a:rPr>
              <a:t>point in time</a:t>
            </a:r>
          </a:p>
        </p:txBody>
      </p:sp>
      <p:sp>
        <p:nvSpPr>
          <p:cNvPr id="55303" name="Line 6"/>
          <p:cNvSpPr>
            <a:spLocks noChangeShapeType="1"/>
          </p:cNvSpPr>
          <p:nvPr/>
        </p:nvSpPr>
        <p:spPr bwMode="auto">
          <a:xfrm>
            <a:off x="3784600" y="4381500"/>
            <a:ext cx="11303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Tree>
    <p:extLst>
      <p:ext uri="{BB962C8B-B14F-4D97-AF65-F5344CB8AC3E}">
        <p14:creationId xmlns:p14="http://schemas.microsoft.com/office/powerpoint/2010/main" val="585457541"/>
      </p:ext>
    </p:extLst>
  </p:cSld>
  <p:clrMapOvr>
    <a:masterClrMapping/>
  </p:clrMapOvr>
  <mc:AlternateContent xmlns:mc="http://schemas.openxmlformats.org/markup-compatibility/2006" xmlns:p14="http://schemas.microsoft.com/office/powerpoint/2010/main">
    <mc:Choice Requires="p14">
      <p:transition spd="slow" p14:dur="2000" advTm="7643"/>
    </mc:Choice>
    <mc:Fallback xmlns="">
      <p:transition spd="slow" advTm="7643"/>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2800">
                <a:solidFill>
                  <a:schemeClr val="tx1"/>
                </a:solidFill>
                <a:latin typeface="Verdana" pitchFamily="34" charset="0"/>
              </a:defRPr>
            </a:lvl1pPr>
            <a:lvl2pPr marL="742950" indent="-285750" eaLnBrk="0" hangingPunct="0">
              <a:spcBef>
                <a:spcPct val="20000"/>
              </a:spcBef>
              <a:buChar char="–"/>
              <a:defRPr sz="2400">
                <a:solidFill>
                  <a:schemeClr val="tx1"/>
                </a:solidFill>
                <a:latin typeface="Verdana" pitchFamily="34" charset="0"/>
              </a:defRPr>
            </a:lvl2pPr>
            <a:lvl3pPr marL="1143000" indent="-228600" eaLnBrk="0" hangingPunct="0">
              <a:spcBef>
                <a:spcPct val="20000"/>
              </a:spcBef>
              <a:buChar char="•"/>
              <a:defRPr sz="2000">
                <a:solidFill>
                  <a:schemeClr val="tx1"/>
                </a:solidFill>
                <a:latin typeface="Verdana" pitchFamily="34" charset="0"/>
              </a:defRPr>
            </a:lvl3pPr>
            <a:lvl4pPr marL="1600200" indent="-228600" eaLnBrk="0" hangingPunct="0">
              <a:spcBef>
                <a:spcPct val="20000"/>
              </a:spcBef>
              <a:buChar char="–"/>
              <a:defRPr sz="2000">
                <a:solidFill>
                  <a:schemeClr val="tx1"/>
                </a:solidFill>
                <a:latin typeface="Verdana" pitchFamily="34" charset="0"/>
              </a:defRPr>
            </a:lvl4pPr>
            <a:lvl5pPr marL="2057400" indent="-228600" eaLnBrk="0" hangingPunct="0">
              <a:spcBef>
                <a:spcPct val="20000"/>
              </a:spcBef>
              <a:buChar char="»"/>
              <a:defRPr sz="2000">
                <a:solidFill>
                  <a:schemeClr val="tx1"/>
                </a:solidFill>
                <a:latin typeface="Verdana" pitchFamily="34" charset="0"/>
              </a:defRPr>
            </a:lvl5pPr>
            <a:lvl6pPr marL="2514600" indent="-228600" eaLnBrk="0" fontAlgn="base" hangingPunct="0">
              <a:spcBef>
                <a:spcPct val="20000"/>
              </a:spcBef>
              <a:spcAft>
                <a:spcPct val="0"/>
              </a:spcAft>
              <a:buChar char="»"/>
              <a:defRPr sz="2000">
                <a:solidFill>
                  <a:schemeClr val="tx1"/>
                </a:solidFill>
                <a:latin typeface="Verdana" pitchFamily="34" charset="0"/>
              </a:defRPr>
            </a:lvl6pPr>
            <a:lvl7pPr marL="2971800" indent="-228600" eaLnBrk="0" fontAlgn="base" hangingPunct="0">
              <a:spcBef>
                <a:spcPct val="20000"/>
              </a:spcBef>
              <a:spcAft>
                <a:spcPct val="0"/>
              </a:spcAft>
              <a:buChar char="»"/>
              <a:defRPr sz="2000">
                <a:solidFill>
                  <a:schemeClr val="tx1"/>
                </a:solidFill>
                <a:latin typeface="Verdana" pitchFamily="34" charset="0"/>
              </a:defRPr>
            </a:lvl7pPr>
            <a:lvl8pPr marL="3429000" indent="-228600" eaLnBrk="0" fontAlgn="base" hangingPunct="0">
              <a:spcBef>
                <a:spcPct val="20000"/>
              </a:spcBef>
              <a:spcAft>
                <a:spcPct val="0"/>
              </a:spcAft>
              <a:buChar char="»"/>
              <a:defRPr sz="2000">
                <a:solidFill>
                  <a:schemeClr val="tx1"/>
                </a:solidFill>
                <a:latin typeface="Verdana" pitchFamily="34" charset="0"/>
              </a:defRPr>
            </a:lvl8pPr>
            <a:lvl9pPr marL="3886200" indent="-228600" eaLnBrk="0" fontAlgn="base" hangingPunct="0">
              <a:spcBef>
                <a:spcPct val="20000"/>
              </a:spcBef>
              <a:spcAft>
                <a:spcPct val="0"/>
              </a:spcAft>
              <a:buChar char="»"/>
              <a:defRPr sz="2000">
                <a:solidFill>
                  <a:schemeClr val="tx1"/>
                </a:solidFill>
                <a:latin typeface="Verdana" pitchFamily="34" charset="0"/>
              </a:defRPr>
            </a:lvl9pPr>
          </a:lstStyle>
          <a:p>
            <a:pPr eaLnBrk="1" hangingPunct="1">
              <a:spcBef>
                <a:spcPct val="0"/>
              </a:spcBef>
              <a:buFontTx/>
              <a:buNone/>
            </a:pPr>
            <a:r>
              <a:rPr lang="en-IE" altLang="en-US" sz="1200"/>
              <a:t>    Slide </a:t>
            </a:r>
            <a:fld id="{928E32A2-9D42-4DD2-AB47-D5280B879CA8}" type="slidenum">
              <a:rPr lang="en-IE" altLang="en-US" sz="1200" smtClean="0"/>
              <a:pPr eaLnBrk="1" hangingPunct="1">
                <a:spcBef>
                  <a:spcPct val="0"/>
                </a:spcBef>
                <a:buFontTx/>
                <a:buNone/>
              </a:pPr>
              <a:t>25</a:t>
            </a:fld>
            <a:endParaRPr lang="en-IE" altLang="en-US" sz="1200"/>
          </a:p>
        </p:txBody>
      </p:sp>
      <p:sp>
        <p:nvSpPr>
          <p:cNvPr id="56323" name="Rectangle 2"/>
          <p:cNvSpPr>
            <a:spLocks noChangeArrowheads="1"/>
          </p:cNvSpPr>
          <p:nvPr/>
        </p:nvSpPr>
        <p:spPr bwMode="auto">
          <a:xfrm>
            <a:off x="228600" y="1476375"/>
            <a:ext cx="8915400" cy="538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2800">
                <a:solidFill>
                  <a:schemeClr val="tx1"/>
                </a:solidFill>
                <a:latin typeface="Verdana" pitchFamily="34" charset="0"/>
              </a:defRPr>
            </a:lvl1pPr>
            <a:lvl2pPr marL="742950" indent="-285750" eaLnBrk="0" hangingPunct="0">
              <a:spcBef>
                <a:spcPct val="20000"/>
              </a:spcBef>
              <a:buChar char="–"/>
              <a:defRPr sz="2400">
                <a:solidFill>
                  <a:schemeClr val="tx1"/>
                </a:solidFill>
                <a:latin typeface="Verdana" pitchFamily="34" charset="0"/>
              </a:defRPr>
            </a:lvl2pPr>
            <a:lvl3pPr marL="1143000" indent="-228600" eaLnBrk="0" hangingPunct="0">
              <a:spcBef>
                <a:spcPct val="20000"/>
              </a:spcBef>
              <a:buChar char="•"/>
              <a:defRPr sz="2000">
                <a:solidFill>
                  <a:schemeClr val="tx1"/>
                </a:solidFill>
                <a:latin typeface="Verdana" pitchFamily="34" charset="0"/>
              </a:defRPr>
            </a:lvl3pPr>
            <a:lvl4pPr marL="1600200" indent="-228600" eaLnBrk="0" hangingPunct="0">
              <a:spcBef>
                <a:spcPct val="20000"/>
              </a:spcBef>
              <a:buChar char="–"/>
              <a:defRPr sz="2000">
                <a:solidFill>
                  <a:schemeClr val="tx1"/>
                </a:solidFill>
                <a:latin typeface="Verdana" pitchFamily="34" charset="0"/>
              </a:defRPr>
            </a:lvl4pPr>
            <a:lvl5pPr marL="2057400" indent="-228600" eaLnBrk="0" hangingPunct="0">
              <a:spcBef>
                <a:spcPct val="20000"/>
              </a:spcBef>
              <a:buChar char="»"/>
              <a:defRPr sz="2000">
                <a:solidFill>
                  <a:schemeClr val="tx1"/>
                </a:solidFill>
                <a:latin typeface="Verdana" pitchFamily="34" charset="0"/>
              </a:defRPr>
            </a:lvl5pPr>
            <a:lvl6pPr marL="2514600" indent="-228600" eaLnBrk="0" fontAlgn="base" hangingPunct="0">
              <a:spcBef>
                <a:spcPct val="20000"/>
              </a:spcBef>
              <a:spcAft>
                <a:spcPct val="0"/>
              </a:spcAft>
              <a:buChar char="»"/>
              <a:defRPr sz="2000">
                <a:solidFill>
                  <a:schemeClr val="tx1"/>
                </a:solidFill>
                <a:latin typeface="Verdana" pitchFamily="34" charset="0"/>
              </a:defRPr>
            </a:lvl6pPr>
            <a:lvl7pPr marL="2971800" indent="-228600" eaLnBrk="0" fontAlgn="base" hangingPunct="0">
              <a:spcBef>
                <a:spcPct val="20000"/>
              </a:spcBef>
              <a:spcAft>
                <a:spcPct val="0"/>
              </a:spcAft>
              <a:buChar char="»"/>
              <a:defRPr sz="2000">
                <a:solidFill>
                  <a:schemeClr val="tx1"/>
                </a:solidFill>
                <a:latin typeface="Verdana" pitchFamily="34" charset="0"/>
              </a:defRPr>
            </a:lvl7pPr>
            <a:lvl8pPr marL="3429000" indent="-228600" eaLnBrk="0" fontAlgn="base" hangingPunct="0">
              <a:spcBef>
                <a:spcPct val="20000"/>
              </a:spcBef>
              <a:spcAft>
                <a:spcPct val="0"/>
              </a:spcAft>
              <a:buChar char="»"/>
              <a:defRPr sz="2000">
                <a:solidFill>
                  <a:schemeClr val="tx1"/>
                </a:solidFill>
                <a:latin typeface="Verdana" pitchFamily="34" charset="0"/>
              </a:defRPr>
            </a:lvl8pPr>
            <a:lvl9pPr marL="3886200" indent="-228600" eaLnBrk="0" fontAlgn="base" hangingPunct="0">
              <a:spcBef>
                <a:spcPct val="20000"/>
              </a:spcBef>
              <a:spcAft>
                <a:spcPct val="0"/>
              </a:spcAft>
              <a:buChar char="»"/>
              <a:defRPr sz="2000">
                <a:solidFill>
                  <a:schemeClr val="tx1"/>
                </a:solidFill>
                <a:latin typeface="Verdana" pitchFamily="34" charset="0"/>
              </a:defRPr>
            </a:lvl9pPr>
          </a:lstStyle>
          <a:p>
            <a:pPr algn="ctr">
              <a:lnSpc>
                <a:spcPct val="90000"/>
              </a:lnSpc>
              <a:spcBef>
                <a:spcPct val="70000"/>
              </a:spcBef>
              <a:spcAft>
                <a:spcPct val="10000"/>
              </a:spcAft>
              <a:buClr>
                <a:schemeClr val="accent1"/>
              </a:buClr>
              <a:buSzPct val="50000"/>
              <a:buFont typeface="Monotype Sorts" pitchFamily="2" charset="2"/>
              <a:buNone/>
            </a:pPr>
            <a:r>
              <a:rPr lang="en-US" altLang="en-US" sz="2400" b="1">
                <a:latin typeface="Arial" charset="0"/>
                <a:cs typeface="Times New Roman" pitchFamily="18" charset="0"/>
              </a:rPr>
              <a:t> </a:t>
            </a:r>
            <a:r>
              <a:rPr lang="en-US" altLang="en-US" sz="2600" b="1">
                <a:latin typeface="Arial" charset="0"/>
                <a:cs typeface="Times New Roman" pitchFamily="18" charset="0"/>
              </a:rPr>
              <a:t>Undirected Data Mining</a:t>
            </a:r>
          </a:p>
          <a:p>
            <a:pPr lvl="1">
              <a:lnSpc>
                <a:spcPct val="90000"/>
              </a:lnSpc>
              <a:spcBef>
                <a:spcPct val="70000"/>
              </a:spcBef>
              <a:spcAft>
                <a:spcPct val="10000"/>
              </a:spcAft>
              <a:buClr>
                <a:schemeClr val="accent1"/>
              </a:buClr>
              <a:buSzPct val="50000"/>
              <a:buFont typeface="Monotype Sorts" pitchFamily="2" charset="2"/>
              <a:buNone/>
            </a:pPr>
            <a:endParaRPr lang="en-US" altLang="en-US" sz="2000" i="1">
              <a:solidFill>
                <a:schemeClr val="accent1"/>
              </a:solidFill>
              <a:latin typeface="Arial" charset="0"/>
              <a:cs typeface="Times New Roman" pitchFamily="18" charset="0"/>
            </a:endParaRPr>
          </a:p>
          <a:p>
            <a:pPr>
              <a:lnSpc>
                <a:spcPct val="90000"/>
              </a:lnSpc>
              <a:spcBef>
                <a:spcPct val="70000"/>
              </a:spcBef>
              <a:spcAft>
                <a:spcPct val="10000"/>
              </a:spcAft>
              <a:buClr>
                <a:schemeClr val="accent1"/>
              </a:buClr>
              <a:buSzPct val="50000"/>
              <a:buFont typeface="Monotype Sorts" pitchFamily="2" charset="2"/>
              <a:buNone/>
            </a:pPr>
            <a:r>
              <a:rPr lang="en-US" altLang="en-US" sz="1400" b="1">
                <a:latin typeface="Arial" charset="0"/>
                <a:cs typeface="Times New Roman" pitchFamily="18" charset="0"/>
              </a:rPr>
              <a:t> </a:t>
            </a:r>
            <a:endParaRPr lang="en-US" altLang="en-US" sz="2200" b="1">
              <a:solidFill>
                <a:schemeClr val="bg1"/>
              </a:solidFill>
              <a:latin typeface="Arial" charset="0"/>
              <a:cs typeface="Times New Roman" pitchFamily="18" charset="0"/>
            </a:endParaRPr>
          </a:p>
        </p:txBody>
      </p:sp>
      <p:sp>
        <p:nvSpPr>
          <p:cNvPr id="56324" name="Rectangle 3"/>
          <p:cNvSpPr>
            <a:spLocks noGrp="1" noChangeArrowheads="1"/>
          </p:cNvSpPr>
          <p:nvPr>
            <p:ph type="title"/>
          </p:nvPr>
        </p:nvSpPr>
        <p:spPr>
          <a:xfrm>
            <a:off x="228600" y="80963"/>
            <a:ext cx="7500938" cy="939800"/>
          </a:xfrm>
        </p:spPr>
        <p:txBody>
          <a:bodyPr/>
          <a:lstStyle/>
          <a:p>
            <a:pPr eaLnBrk="1" hangingPunct="1"/>
            <a:r>
              <a:rPr lang="en-US" altLang="en-US" sz="3600"/>
              <a:t>Data Mining</a:t>
            </a:r>
          </a:p>
        </p:txBody>
      </p:sp>
      <p:sp>
        <p:nvSpPr>
          <p:cNvPr id="56325" name="Text Box 4"/>
          <p:cNvSpPr txBox="1">
            <a:spLocks noChangeArrowheads="1"/>
          </p:cNvSpPr>
          <p:nvPr/>
        </p:nvSpPr>
        <p:spPr bwMode="auto">
          <a:xfrm>
            <a:off x="319088" y="2322513"/>
            <a:ext cx="8824912" cy="314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2800">
                <a:solidFill>
                  <a:schemeClr val="tx1"/>
                </a:solidFill>
                <a:latin typeface="Verdana" pitchFamily="34" charset="0"/>
              </a:defRPr>
            </a:lvl1pPr>
            <a:lvl2pPr eaLnBrk="0" hangingPunct="0">
              <a:spcBef>
                <a:spcPct val="20000"/>
              </a:spcBef>
              <a:buChar char="–"/>
              <a:defRPr sz="2400">
                <a:solidFill>
                  <a:schemeClr val="tx1"/>
                </a:solidFill>
                <a:latin typeface="Verdana" pitchFamily="34" charset="0"/>
              </a:defRPr>
            </a:lvl2pPr>
            <a:lvl3pPr marL="1143000" indent="-228600" eaLnBrk="0" hangingPunct="0">
              <a:spcBef>
                <a:spcPct val="20000"/>
              </a:spcBef>
              <a:buChar char="•"/>
              <a:defRPr sz="2000">
                <a:solidFill>
                  <a:schemeClr val="tx1"/>
                </a:solidFill>
                <a:latin typeface="Verdana" pitchFamily="34" charset="0"/>
              </a:defRPr>
            </a:lvl3pPr>
            <a:lvl4pPr marL="1600200" indent="-228600" eaLnBrk="0" hangingPunct="0">
              <a:spcBef>
                <a:spcPct val="20000"/>
              </a:spcBef>
              <a:buChar char="–"/>
              <a:defRPr sz="2000">
                <a:solidFill>
                  <a:schemeClr val="tx1"/>
                </a:solidFill>
                <a:latin typeface="Verdana" pitchFamily="34" charset="0"/>
              </a:defRPr>
            </a:lvl4pPr>
            <a:lvl5pPr marL="2057400" indent="-228600" eaLnBrk="0" hangingPunct="0">
              <a:spcBef>
                <a:spcPct val="20000"/>
              </a:spcBef>
              <a:buChar char="»"/>
              <a:defRPr sz="2000">
                <a:solidFill>
                  <a:schemeClr val="tx1"/>
                </a:solidFill>
                <a:latin typeface="Verdana" pitchFamily="34" charset="0"/>
              </a:defRPr>
            </a:lvl5pPr>
            <a:lvl6pPr marL="2514600" indent="-228600" eaLnBrk="0" fontAlgn="base" hangingPunct="0">
              <a:spcBef>
                <a:spcPct val="20000"/>
              </a:spcBef>
              <a:spcAft>
                <a:spcPct val="0"/>
              </a:spcAft>
              <a:buChar char="»"/>
              <a:defRPr sz="2000">
                <a:solidFill>
                  <a:schemeClr val="tx1"/>
                </a:solidFill>
                <a:latin typeface="Verdana" pitchFamily="34" charset="0"/>
              </a:defRPr>
            </a:lvl6pPr>
            <a:lvl7pPr marL="2971800" indent="-228600" eaLnBrk="0" fontAlgn="base" hangingPunct="0">
              <a:spcBef>
                <a:spcPct val="20000"/>
              </a:spcBef>
              <a:spcAft>
                <a:spcPct val="0"/>
              </a:spcAft>
              <a:buChar char="»"/>
              <a:defRPr sz="2000">
                <a:solidFill>
                  <a:schemeClr val="tx1"/>
                </a:solidFill>
                <a:latin typeface="Verdana" pitchFamily="34" charset="0"/>
              </a:defRPr>
            </a:lvl7pPr>
            <a:lvl8pPr marL="3429000" indent="-228600" eaLnBrk="0" fontAlgn="base" hangingPunct="0">
              <a:spcBef>
                <a:spcPct val="20000"/>
              </a:spcBef>
              <a:spcAft>
                <a:spcPct val="0"/>
              </a:spcAft>
              <a:buChar char="»"/>
              <a:defRPr sz="2000">
                <a:solidFill>
                  <a:schemeClr val="tx1"/>
                </a:solidFill>
                <a:latin typeface="Verdana" pitchFamily="34" charset="0"/>
              </a:defRPr>
            </a:lvl8pPr>
            <a:lvl9pPr marL="3886200" indent="-228600" eaLnBrk="0" fontAlgn="base" hangingPunct="0">
              <a:spcBef>
                <a:spcPct val="20000"/>
              </a:spcBef>
              <a:spcAft>
                <a:spcPct val="0"/>
              </a:spcAft>
              <a:buChar char="»"/>
              <a:defRPr sz="2000">
                <a:solidFill>
                  <a:schemeClr val="tx1"/>
                </a:solidFill>
                <a:latin typeface="Verdana" pitchFamily="34" charset="0"/>
              </a:defRPr>
            </a:lvl9pPr>
          </a:lstStyle>
          <a:p>
            <a:pPr eaLnBrk="1" hangingPunct="1">
              <a:spcBef>
                <a:spcPct val="0"/>
              </a:spcBef>
            </a:pPr>
            <a:r>
              <a:rPr lang="en-US" altLang="en-US" sz="2000">
                <a:latin typeface="Arial" charset="0"/>
              </a:rPr>
              <a:t> Letting algorithms find “patterns” in vast amounts of data</a:t>
            </a:r>
          </a:p>
          <a:p>
            <a:pPr lvl="1" eaLnBrk="1" hangingPunct="1">
              <a:spcBef>
                <a:spcPct val="0"/>
              </a:spcBef>
              <a:buFontTx/>
              <a:buChar char="•"/>
            </a:pPr>
            <a:endParaRPr lang="en-US" altLang="en-US" sz="2000">
              <a:latin typeface="Arial" charset="0"/>
            </a:endParaRPr>
          </a:p>
          <a:p>
            <a:pPr eaLnBrk="1" hangingPunct="1">
              <a:spcBef>
                <a:spcPct val="0"/>
              </a:spcBef>
            </a:pPr>
            <a:r>
              <a:rPr lang="en-US" altLang="en-US" sz="2000">
                <a:latin typeface="Arial" charset="0"/>
              </a:rPr>
              <a:t> Types…</a:t>
            </a:r>
          </a:p>
          <a:p>
            <a:pPr eaLnBrk="1" hangingPunct="1">
              <a:spcBef>
                <a:spcPct val="0"/>
              </a:spcBef>
              <a:buFontTx/>
              <a:buNone/>
            </a:pPr>
            <a:endParaRPr lang="en-US" altLang="en-US" sz="2000">
              <a:latin typeface="Arial" charset="0"/>
            </a:endParaRPr>
          </a:p>
          <a:p>
            <a:pPr lvl="1" eaLnBrk="1" hangingPunct="1">
              <a:spcBef>
                <a:spcPct val="0"/>
              </a:spcBef>
              <a:buFontTx/>
              <a:buChar char="•"/>
            </a:pPr>
            <a:r>
              <a:rPr lang="en-US" altLang="en-US" sz="2000">
                <a:latin typeface="Arial" charset="0"/>
              </a:rPr>
              <a:t> Automatic Cluster Detection</a:t>
            </a:r>
          </a:p>
          <a:p>
            <a:pPr lvl="1" eaLnBrk="1" hangingPunct="1">
              <a:spcBef>
                <a:spcPct val="0"/>
              </a:spcBef>
              <a:buFontTx/>
              <a:buChar char="•"/>
            </a:pPr>
            <a:endParaRPr lang="en-US" altLang="en-US" sz="2000">
              <a:latin typeface="Arial" charset="0"/>
            </a:endParaRPr>
          </a:p>
          <a:p>
            <a:pPr lvl="1" eaLnBrk="1" hangingPunct="1">
              <a:spcBef>
                <a:spcPct val="0"/>
              </a:spcBef>
              <a:buFontTx/>
              <a:buChar char="•"/>
            </a:pPr>
            <a:r>
              <a:rPr lang="en-US" altLang="en-US" sz="2000">
                <a:latin typeface="Arial" charset="0"/>
              </a:rPr>
              <a:t> Market Basket Analysis</a:t>
            </a:r>
          </a:p>
          <a:p>
            <a:pPr lvl="1" eaLnBrk="1" hangingPunct="1">
              <a:spcBef>
                <a:spcPct val="0"/>
              </a:spcBef>
              <a:buFontTx/>
              <a:buNone/>
            </a:pPr>
            <a:endParaRPr lang="en-US" altLang="en-US" sz="2000">
              <a:latin typeface="Arial" charset="0"/>
            </a:endParaRPr>
          </a:p>
          <a:p>
            <a:pPr lvl="1" eaLnBrk="1" hangingPunct="1">
              <a:spcBef>
                <a:spcPct val="0"/>
              </a:spcBef>
              <a:buFontTx/>
              <a:buChar char="•"/>
            </a:pPr>
            <a:r>
              <a:rPr lang="en-US" altLang="en-US" sz="2000">
                <a:latin typeface="Arial" charset="0"/>
              </a:rPr>
              <a:t> Sequential Pattern Matching</a:t>
            </a:r>
          </a:p>
          <a:p>
            <a:pPr lvl="1" eaLnBrk="1" hangingPunct="1">
              <a:spcBef>
                <a:spcPct val="0"/>
              </a:spcBef>
              <a:buFontTx/>
              <a:buNone/>
            </a:pPr>
            <a:endParaRPr lang="en-US" altLang="en-US" sz="2000">
              <a:latin typeface="Arial" charset="0"/>
            </a:endParaRPr>
          </a:p>
        </p:txBody>
      </p:sp>
      <p:sp>
        <p:nvSpPr>
          <p:cNvPr id="56326" name="Text Box 5"/>
          <p:cNvSpPr txBox="1">
            <a:spLocks noChangeArrowheads="1"/>
          </p:cNvSpPr>
          <p:nvPr/>
        </p:nvSpPr>
        <p:spPr bwMode="auto">
          <a:xfrm>
            <a:off x="5435600" y="4811713"/>
            <a:ext cx="2792413"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2800">
                <a:solidFill>
                  <a:schemeClr val="tx1"/>
                </a:solidFill>
                <a:latin typeface="Verdana" pitchFamily="34" charset="0"/>
              </a:defRPr>
            </a:lvl1pPr>
            <a:lvl2pPr marL="742950" indent="-285750" eaLnBrk="0" hangingPunct="0">
              <a:spcBef>
                <a:spcPct val="20000"/>
              </a:spcBef>
              <a:buChar char="–"/>
              <a:defRPr sz="2400">
                <a:solidFill>
                  <a:schemeClr val="tx1"/>
                </a:solidFill>
                <a:latin typeface="Verdana" pitchFamily="34" charset="0"/>
              </a:defRPr>
            </a:lvl2pPr>
            <a:lvl3pPr marL="1143000" indent="-228600" eaLnBrk="0" hangingPunct="0">
              <a:spcBef>
                <a:spcPct val="20000"/>
              </a:spcBef>
              <a:buChar char="•"/>
              <a:defRPr sz="2000">
                <a:solidFill>
                  <a:schemeClr val="tx1"/>
                </a:solidFill>
                <a:latin typeface="Verdana" pitchFamily="34" charset="0"/>
              </a:defRPr>
            </a:lvl3pPr>
            <a:lvl4pPr marL="1600200" indent="-228600" eaLnBrk="0" hangingPunct="0">
              <a:spcBef>
                <a:spcPct val="20000"/>
              </a:spcBef>
              <a:buChar char="–"/>
              <a:defRPr sz="2000">
                <a:solidFill>
                  <a:schemeClr val="tx1"/>
                </a:solidFill>
                <a:latin typeface="Verdana" pitchFamily="34" charset="0"/>
              </a:defRPr>
            </a:lvl4pPr>
            <a:lvl5pPr marL="2057400" indent="-228600" eaLnBrk="0" hangingPunct="0">
              <a:spcBef>
                <a:spcPct val="20000"/>
              </a:spcBef>
              <a:buChar char="»"/>
              <a:defRPr sz="2000">
                <a:solidFill>
                  <a:schemeClr val="tx1"/>
                </a:solidFill>
                <a:latin typeface="Verdana" pitchFamily="34" charset="0"/>
              </a:defRPr>
            </a:lvl5pPr>
            <a:lvl6pPr marL="2514600" indent="-228600" eaLnBrk="0" fontAlgn="base" hangingPunct="0">
              <a:spcBef>
                <a:spcPct val="20000"/>
              </a:spcBef>
              <a:spcAft>
                <a:spcPct val="0"/>
              </a:spcAft>
              <a:buChar char="»"/>
              <a:defRPr sz="2000">
                <a:solidFill>
                  <a:schemeClr val="tx1"/>
                </a:solidFill>
                <a:latin typeface="Verdana" pitchFamily="34" charset="0"/>
              </a:defRPr>
            </a:lvl6pPr>
            <a:lvl7pPr marL="2971800" indent="-228600" eaLnBrk="0" fontAlgn="base" hangingPunct="0">
              <a:spcBef>
                <a:spcPct val="20000"/>
              </a:spcBef>
              <a:spcAft>
                <a:spcPct val="0"/>
              </a:spcAft>
              <a:buChar char="»"/>
              <a:defRPr sz="2000">
                <a:solidFill>
                  <a:schemeClr val="tx1"/>
                </a:solidFill>
                <a:latin typeface="Verdana" pitchFamily="34" charset="0"/>
              </a:defRPr>
            </a:lvl7pPr>
            <a:lvl8pPr marL="3429000" indent="-228600" eaLnBrk="0" fontAlgn="base" hangingPunct="0">
              <a:spcBef>
                <a:spcPct val="20000"/>
              </a:spcBef>
              <a:spcAft>
                <a:spcPct val="0"/>
              </a:spcAft>
              <a:buChar char="»"/>
              <a:defRPr sz="2000">
                <a:solidFill>
                  <a:schemeClr val="tx1"/>
                </a:solidFill>
                <a:latin typeface="Verdana" pitchFamily="34" charset="0"/>
              </a:defRPr>
            </a:lvl8pPr>
            <a:lvl9pPr marL="3886200" indent="-228600" eaLnBrk="0" fontAlgn="base" hangingPunct="0">
              <a:spcBef>
                <a:spcPct val="20000"/>
              </a:spcBef>
              <a:spcAft>
                <a:spcPct val="0"/>
              </a:spcAft>
              <a:buChar char="»"/>
              <a:defRPr sz="2000">
                <a:solidFill>
                  <a:schemeClr val="tx1"/>
                </a:solidFill>
                <a:latin typeface="Verdana" pitchFamily="34" charset="0"/>
              </a:defRPr>
            </a:lvl9pPr>
          </a:lstStyle>
          <a:p>
            <a:pPr algn="ctr" eaLnBrk="1" hangingPunct="1">
              <a:spcBef>
                <a:spcPct val="0"/>
              </a:spcBef>
              <a:buFontTx/>
              <a:buNone/>
            </a:pPr>
            <a:r>
              <a:rPr lang="en-US" altLang="en-US" sz="2000">
                <a:latin typeface="Arial" charset="0"/>
              </a:rPr>
              <a:t>Determines events that</a:t>
            </a:r>
          </a:p>
          <a:p>
            <a:pPr algn="ctr" eaLnBrk="1" hangingPunct="1">
              <a:spcBef>
                <a:spcPct val="0"/>
              </a:spcBef>
              <a:buFontTx/>
              <a:buNone/>
            </a:pPr>
            <a:r>
              <a:rPr lang="en-US" altLang="en-US" sz="2000">
                <a:latin typeface="Arial" charset="0"/>
              </a:rPr>
              <a:t>occur in a particular</a:t>
            </a:r>
          </a:p>
          <a:p>
            <a:pPr algn="ctr" eaLnBrk="1" hangingPunct="1">
              <a:spcBef>
                <a:spcPct val="0"/>
              </a:spcBef>
              <a:buFontTx/>
              <a:buNone/>
            </a:pPr>
            <a:r>
              <a:rPr lang="en-US" altLang="en-US" sz="2000">
                <a:latin typeface="Arial" charset="0"/>
              </a:rPr>
              <a:t>sequence in time</a:t>
            </a:r>
          </a:p>
        </p:txBody>
      </p:sp>
      <p:sp>
        <p:nvSpPr>
          <p:cNvPr id="56327" name="Line 6"/>
          <p:cNvSpPr>
            <a:spLocks noChangeShapeType="1"/>
          </p:cNvSpPr>
          <p:nvPr/>
        </p:nvSpPr>
        <p:spPr bwMode="auto">
          <a:xfrm>
            <a:off x="4254500" y="4991100"/>
            <a:ext cx="11303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Tree>
    <p:extLst>
      <p:ext uri="{BB962C8B-B14F-4D97-AF65-F5344CB8AC3E}">
        <p14:creationId xmlns:p14="http://schemas.microsoft.com/office/powerpoint/2010/main" val="3629877169"/>
      </p:ext>
    </p:extLst>
  </p:cSld>
  <p:clrMapOvr>
    <a:masterClrMapping/>
  </p:clrMapOvr>
  <mc:AlternateContent xmlns:mc="http://schemas.openxmlformats.org/markup-compatibility/2006" xmlns:p14="http://schemas.microsoft.com/office/powerpoint/2010/main">
    <mc:Choice Requires="p14">
      <p:transition spd="slow" p14:dur="2000" advTm="8653"/>
    </mc:Choice>
    <mc:Fallback xmlns="">
      <p:transition spd="slow" advTm="8653"/>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2800">
                <a:solidFill>
                  <a:schemeClr val="tx1"/>
                </a:solidFill>
                <a:latin typeface="Verdana" pitchFamily="34" charset="0"/>
              </a:defRPr>
            </a:lvl1pPr>
            <a:lvl2pPr marL="742950" indent="-285750" eaLnBrk="0" hangingPunct="0">
              <a:spcBef>
                <a:spcPct val="20000"/>
              </a:spcBef>
              <a:buChar char="–"/>
              <a:defRPr sz="2400">
                <a:solidFill>
                  <a:schemeClr val="tx1"/>
                </a:solidFill>
                <a:latin typeface="Verdana" pitchFamily="34" charset="0"/>
              </a:defRPr>
            </a:lvl2pPr>
            <a:lvl3pPr marL="1143000" indent="-228600" eaLnBrk="0" hangingPunct="0">
              <a:spcBef>
                <a:spcPct val="20000"/>
              </a:spcBef>
              <a:buChar char="•"/>
              <a:defRPr sz="2000">
                <a:solidFill>
                  <a:schemeClr val="tx1"/>
                </a:solidFill>
                <a:latin typeface="Verdana" pitchFamily="34" charset="0"/>
              </a:defRPr>
            </a:lvl3pPr>
            <a:lvl4pPr marL="1600200" indent="-228600" eaLnBrk="0" hangingPunct="0">
              <a:spcBef>
                <a:spcPct val="20000"/>
              </a:spcBef>
              <a:buChar char="–"/>
              <a:defRPr sz="2000">
                <a:solidFill>
                  <a:schemeClr val="tx1"/>
                </a:solidFill>
                <a:latin typeface="Verdana" pitchFamily="34" charset="0"/>
              </a:defRPr>
            </a:lvl4pPr>
            <a:lvl5pPr marL="2057400" indent="-228600" eaLnBrk="0" hangingPunct="0">
              <a:spcBef>
                <a:spcPct val="20000"/>
              </a:spcBef>
              <a:buChar char="»"/>
              <a:defRPr sz="2000">
                <a:solidFill>
                  <a:schemeClr val="tx1"/>
                </a:solidFill>
                <a:latin typeface="Verdana" pitchFamily="34" charset="0"/>
              </a:defRPr>
            </a:lvl5pPr>
            <a:lvl6pPr marL="2514600" indent="-228600" eaLnBrk="0" fontAlgn="base" hangingPunct="0">
              <a:spcBef>
                <a:spcPct val="20000"/>
              </a:spcBef>
              <a:spcAft>
                <a:spcPct val="0"/>
              </a:spcAft>
              <a:buChar char="»"/>
              <a:defRPr sz="2000">
                <a:solidFill>
                  <a:schemeClr val="tx1"/>
                </a:solidFill>
                <a:latin typeface="Verdana" pitchFamily="34" charset="0"/>
              </a:defRPr>
            </a:lvl6pPr>
            <a:lvl7pPr marL="2971800" indent="-228600" eaLnBrk="0" fontAlgn="base" hangingPunct="0">
              <a:spcBef>
                <a:spcPct val="20000"/>
              </a:spcBef>
              <a:spcAft>
                <a:spcPct val="0"/>
              </a:spcAft>
              <a:buChar char="»"/>
              <a:defRPr sz="2000">
                <a:solidFill>
                  <a:schemeClr val="tx1"/>
                </a:solidFill>
                <a:latin typeface="Verdana" pitchFamily="34" charset="0"/>
              </a:defRPr>
            </a:lvl7pPr>
            <a:lvl8pPr marL="3429000" indent="-228600" eaLnBrk="0" fontAlgn="base" hangingPunct="0">
              <a:spcBef>
                <a:spcPct val="20000"/>
              </a:spcBef>
              <a:spcAft>
                <a:spcPct val="0"/>
              </a:spcAft>
              <a:buChar char="»"/>
              <a:defRPr sz="2000">
                <a:solidFill>
                  <a:schemeClr val="tx1"/>
                </a:solidFill>
                <a:latin typeface="Verdana" pitchFamily="34" charset="0"/>
              </a:defRPr>
            </a:lvl8pPr>
            <a:lvl9pPr marL="3886200" indent="-228600" eaLnBrk="0" fontAlgn="base" hangingPunct="0">
              <a:spcBef>
                <a:spcPct val="20000"/>
              </a:spcBef>
              <a:spcAft>
                <a:spcPct val="0"/>
              </a:spcAft>
              <a:buChar char="»"/>
              <a:defRPr sz="2000">
                <a:solidFill>
                  <a:schemeClr val="tx1"/>
                </a:solidFill>
                <a:latin typeface="Verdana" pitchFamily="34" charset="0"/>
              </a:defRPr>
            </a:lvl9pPr>
          </a:lstStyle>
          <a:p>
            <a:pPr eaLnBrk="1" hangingPunct="1">
              <a:spcBef>
                <a:spcPct val="0"/>
              </a:spcBef>
              <a:buFontTx/>
              <a:buNone/>
            </a:pPr>
            <a:r>
              <a:rPr lang="en-IE" altLang="en-US" sz="1200"/>
              <a:t>    Slide </a:t>
            </a:r>
            <a:fld id="{FCB2C0CC-6CD9-4D50-8AA3-57063B64E2B8}" type="slidenum">
              <a:rPr lang="en-IE" altLang="en-US" sz="1200" smtClean="0"/>
              <a:pPr eaLnBrk="1" hangingPunct="1">
                <a:spcBef>
                  <a:spcPct val="0"/>
                </a:spcBef>
                <a:buFontTx/>
                <a:buNone/>
              </a:pPr>
              <a:t>26</a:t>
            </a:fld>
            <a:endParaRPr lang="en-IE" altLang="en-US" sz="1200"/>
          </a:p>
        </p:txBody>
      </p:sp>
      <p:sp>
        <p:nvSpPr>
          <p:cNvPr id="57347" name="Rectangle 2"/>
          <p:cNvSpPr>
            <a:spLocks noChangeArrowheads="1"/>
          </p:cNvSpPr>
          <p:nvPr/>
        </p:nvSpPr>
        <p:spPr bwMode="auto">
          <a:xfrm>
            <a:off x="228600" y="1476375"/>
            <a:ext cx="8915400" cy="538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2800">
                <a:solidFill>
                  <a:schemeClr val="tx1"/>
                </a:solidFill>
                <a:latin typeface="Verdana" pitchFamily="34" charset="0"/>
              </a:defRPr>
            </a:lvl1pPr>
            <a:lvl2pPr marL="742950" indent="-285750" eaLnBrk="0" hangingPunct="0">
              <a:spcBef>
                <a:spcPct val="20000"/>
              </a:spcBef>
              <a:buChar char="–"/>
              <a:defRPr sz="2400">
                <a:solidFill>
                  <a:schemeClr val="tx1"/>
                </a:solidFill>
                <a:latin typeface="Verdana" pitchFamily="34" charset="0"/>
              </a:defRPr>
            </a:lvl2pPr>
            <a:lvl3pPr marL="1143000" indent="-228600" eaLnBrk="0" hangingPunct="0">
              <a:spcBef>
                <a:spcPct val="20000"/>
              </a:spcBef>
              <a:buChar char="•"/>
              <a:defRPr sz="2000">
                <a:solidFill>
                  <a:schemeClr val="tx1"/>
                </a:solidFill>
                <a:latin typeface="Verdana" pitchFamily="34" charset="0"/>
              </a:defRPr>
            </a:lvl3pPr>
            <a:lvl4pPr marL="1600200" indent="-228600" eaLnBrk="0" hangingPunct="0">
              <a:spcBef>
                <a:spcPct val="20000"/>
              </a:spcBef>
              <a:buChar char="–"/>
              <a:defRPr sz="2000">
                <a:solidFill>
                  <a:schemeClr val="tx1"/>
                </a:solidFill>
                <a:latin typeface="Verdana" pitchFamily="34" charset="0"/>
              </a:defRPr>
            </a:lvl4pPr>
            <a:lvl5pPr marL="2057400" indent="-228600" eaLnBrk="0" hangingPunct="0">
              <a:spcBef>
                <a:spcPct val="20000"/>
              </a:spcBef>
              <a:buChar char="»"/>
              <a:defRPr sz="2000">
                <a:solidFill>
                  <a:schemeClr val="tx1"/>
                </a:solidFill>
                <a:latin typeface="Verdana" pitchFamily="34" charset="0"/>
              </a:defRPr>
            </a:lvl5pPr>
            <a:lvl6pPr marL="2514600" indent="-228600" eaLnBrk="0" fontAlgn="base" hangingPunct="0">
              <a:spcBef>
                <a:spcPct val="20000"/>
              </a:spcBef>
              <a:spcAft>
                <a:spcPct val="0"/>
              </a:spcAft>
              <a:buChar char="»"/>
              <a:defRPr sz="2000">
                <a:solidFill>
                  <a:schemeClr val="tx1"/>
                </a:solidFill>
                <a:latin typeface="Verdana" pitchFamily="34" charset="0"/>
              </a:defRPr>
            </a:lvl6pPr>
            <a:lvl7pPr marL="2971800" indent="-228600" eaLnBrk="0" fontAlgn="base" hangingPunct="0">
              <a:spcBef>
                <a:spcPct val="20000"/>
              </a:spcBef>
              <a:spcAft>
                <a:spcPct val="0"/>
              </a:spcAft>
              <a:buChar char="»"/>
              <a:defRPr sz="2000">
                <a:solidFill>
                  <a:schemeClr val="tx1"/>
                </a:solidFill>
                <a:latin typeface="Verdana" pitchFamily="34" charset="0"/>
              </a:defRPr>
            </a:lvl7pPr>
            <a:lvl8pPr marL="3429000" indent="-228600" eaLnBrk="0" fontAlgn="base" hangingPunct="0">
              <a:spcBef>
                <a:spcPct val="20000"/>
              </a:spcBef>
              <a:spcAft>
                <a:spcPct val="0"/>
              </a:spcAft>
              <a:buChar char="»"/>
              <a:defRPr sz="2000">
                <a:solidFill>
                  <a:schemeClr val="tx1"/>
                </a:solidFill>
                <a:latin typeface="Verdana" pitchFamily="34" charset="0"/>
              </a:defRPr>
            </a:lvl8pPr>
            <a:lvl9pPr marL="3886200" indent="-228600" eaLnBrk="0" fontAlgn="base" hangingPunct="0">
              <a:spcBef>
                <a:spcPct val="20000"/>
              </a:spcBef>
              <a:spcAft>
                <a:spcPct val="0"/>
              </a:spcAft>
              <a:buChar char="»"/>
              <a:defRPr sz="2000">
                <a:solidFill>
                  <a:schemeClr val="tx1"/>
                </a:solidFill>
                <a:latin typeface="Verdana" pitchFamily="34" charset="0"/>
              </a:defRPr>
            </a:lvl9pPr>
          </a:lstStyle>
          <a:p>
            <a:pPr algn="ctr">
              <a:lnSpc>
                <a:spcPct val="90000"/>
              </a:lnSpc>
              <a:spcBef>
                <a:spcPct val="70000"/>
              </a:spcBef>
              <a:spcAft>
                <a:spcPct val="10000"/>
              </a:spcAft>
              <a:buClr>
                <a:schemeClr val="accent1"/>
              </a:buClr>
              <a:buSzPct val="50000"/>
              <a:buFont typeface="Monotype Sorts" pitchFamily="2" charset="2"/>
              <a:buNone/>
            </a:pPr>
            <a:r>
              <a:rPr lang="en-US" altLang="en-US" sz="2400" b="1">
                <a:latin typeface="Arial" charset="0"/>
                <a:cs typeface="Times New Roman" pitchFamily="18" charset="0"/>
              </a:rPr>
              <a:t> </a:t>
            </a:r>
            <a:r>
              <a:rPr lang="en-US" altLang="en-US" sz="2600" b="1">
                <a:latin typeface="Arial" charset="0"/>
                <a:cs typeface="Times New Roman" pitchFamily="18" charset="0"/>
              </a:rPr>
              <a:t>Directed Data Mining</a:t>
            </a:r>
          </a:p>
          <a:p>
            <a:pPr lvl="1">
              <a:lnSpc>
                <a:spcPct val="90000"/>
              </a:lnSpc>
              <a:spcBef>
                <a:spcPct val="70000"/>
              </a:spcBef>
              <a:spcAft>
                <a:spcPct val="10000"/>
              </a:spcAft>
              <a:buClr>
                <a:schemeClr val="accent1"/>
              </a:buClr>
              <a:buSzPct val="50000"/>
              <a:buFont typeface="Monotype Sorts" pitchFamily="2" charset="2"/>
              <a:buChar char="n"/>
            </a:pPr>
            <a:endParaRPr lang="en-US" altLang="en-US" sz="2600" i="1">
              <a:solidFill>
                <a:schemeClr val="accent1"/>
              </a:solidFill>
              <a:latin typeface="Arial" charset="0"/>
              <a:cs typeface="Times New Roman" pitchFamily="18" charset="0"/>
            </a:endParaRPr>
          </a:p>
          <a:p>
            <a:pPr>
              <a:lnSpc>
                <a:spcPct val="90000"/>
              </a:lnSpc>
              <a:spcBef>
                <a:spcPct val="70000"/>
              </a:spcBef>
              <a:spcAft>
                <a:spcPct val="10000"/>
              </a:spcAft>
              <a:buClr>
                <a:schemeClr val="accent1"/>
              </a:buClr>
              <a:buSzPct val="50000"/>
              <a:buFont typeface="Monotype Sorts" pitchFamily="2" charset="2"/>
              <a:buNone/>
            </a:pPr>
            <a:r>
              <a:rPr lang="en-US" altLang="en-US" sz="1400" b="1">
                <a:latin typeface="Arial" charset="0"/>
                <a:cs typeface="Times New Roman" pitchFamily="18" charset="0"/>
              </a:rPr>
              <a:t> </a:t>
            </a:r>
            <a:endParaRPr lang="en-US" altLang="en-US" sz="2200" b="1">
              <a:solidFill>
                <a:schemeClr val="bg1"/>
              </a:solidFill>
              <a:latin typeface="Arial" charset="0"/>
              <a:cs typeface="Times New Roman" pitchFamily="18" charset="0"/>
            </a:endParaRPr>
          </a:p>
        </p:txBody>
      </p:sp>
      <p:sp>
        <p:nvSpPr>
          <p:cNvPr id="57348" name="Rectangle 3"/>
          <p:cNvSpPr>
            <a:spLocks noGrp="1" noChangeArrowheads="1"/>
          </p:cNvSpPr>
          <p:nvPr>
            <p:ph type="title"/>
          </p:nvPr>
        </p:nvSpPr>
        <p:spPr>
          <a:xfrm>
            <a:off x="228600" y="80963"/>
            <a:ext cx="7500938" cy="939800"/>
          </a:xfrm>
        </p:spPr>
        <p:txBody>
          <a:bodyPr/>
          <a:lstStyle/>
          <a:p>
            <a:pPr eaLnBrk="1" hangingPunct="1"/>
            <a:r>
              <a:rPr lang="en-US" altLang="en-US" sz="3600"/>
              <a:t>Data Mining</a:t>
            </a:r>
          </a:p>
        </p:txBody>
      </p:sp>
      <p:sp>
        <p:nvSpPr>
          <p:cNvPr id="57349" name="Text Box 4"/>
          <p:cNvSpPr txBox="1">
            <a:spLocks noChangeArrowheads="1"/>
          </p:cNvSpPr>
          <p:nvPr/>
        </p:nvSpPr>
        <p:spPr bwMode="auto">
          <a:xfrm>
            <a:off x="319088" y="2322513"/>
            <a:ext cx="8824912" cy="405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2800">
                <a:solidFill>
                  <a:schemeClr val="tx1"/>
                </a:solidFill>
                <a:latin typeface="Verdana" pitchFamily="34" charset="0"/>
              </a:defRPr>
            </a:lvl1pPr>
            <a:lvl2pPr eaLnBrk="0" hangingPunct="0">
              <a:spcBef>
                <a:spcPct val="20000"/>
              </a:spcBef>
              <a:buChar char="–"/>
              <a:defRPr sz="2400">
                <a:solidFill>
                  <a:schemeClr val="tx1"/>
                </a:solidFill>
                <a:latin typeface="Verdana" pitchFamily="34" charset="0"/>
              </a:defRPr>
            </a:lvl2pPr>
            <a:lvl3pPr marL="1143000" indent="-228600" eaLnBrk="0" hangingPunct="0">
              <a:spcBef>
                <a:spcPct val="20000"/>
              </a:spcBef>
              <a:buChar char="•"/>
              <a:defRPr sz="2000">
                <a:solidFill>
                  <a:schemeClr val="tx1"/>
                </a:solidFill>
                <a:latin typeface="Verdana" pitchFamily="34" charset="0"/>
              </a:defRPr>
            </a:lvl3pPr>
            <a:lvl4pPr marL="1600200" indent="-228600" eaLnBrk="0" hangingPunct="0">
              <a:spcBef>
                <a:spcPct val="20000"/>
              </a:spcBef>
              <a:buChar char="–"/>
              <a:defRPr sz="2000">
                <a:solidFill>
                  <a:schemeClr val="tx1"/>
                </a:solidFill>
                <a:latin typeface="Verdana" pitchFamily="34" charset="0"/>
              </a:defRPr>
            </a:lvl4pPr>
            <a:lvl5pPr marL="2057400" indent="-228600" eaLnBrk="0" hangingPunct="0">
              <a:spcBef>
                <a:spcPct val="20000"/>
              </a:spcBef>
              <a:buChar char="»"/>
              <a:defRPr sz="2000">
                <a:solidFill>
                  <a:schemeClr val="tx1"/>
                </a:solidFill>
                <a:latin typeface="Verdana" pitchFamily="34" charset="0"/>
              </a:defRPr>
            </a:lvl5pPr>
            <a:lvl6pPr marL="2514600" indent="-228600" eaLnBrk="0" fontAlgn="base" hangingPunct="0">
              <a:spcBef>
                <a:spcPct val="20000"/>
              </a:spcBef>
              <a:spcAft>
                <a:spcPct val="0"/>
              </a:spcAft>
              <a:buChar char="»"/>
              <a:defRPr sz="2000">
                <a:solidFill>
                  <a:schemeClr val="tx1"/>
                </a:solidFill>
                <a:latin typeface="Verdana" pitchFamily="34" charset="0"/>
              </a:defRPr>
            </a:lvl6pPr>
            <a:lvl7pPr marL="2971800" indent="-228600" eaLnBrk="0" fontAlgn="base" hangingPunct="0">
              <a:spcBef>
                <a:spcPct val="20000"/>
              </a:spcBef>
              <a:spcAft>
                <a:spcPct val="0"/>
              </a:spcAft>
              <a:buChar char="»"/>
              <a:defRPr sz="2000">
                <a:solidFill>
                  <a:schemeClr val="tx1"/>
                </a:solidFill>
                <a:latin typeface="Verdana" pitchFamily="34" charset="0"/>
              </a:defRPr>
            </a:lvl7pPr>
            <a:lvl8pPr marL="3429000" indent="-228600" eaLnBrk="0" fontAlgn="base" hangingPunct="0">
              <a:spcBef>
                <a:spcPct val="20000"/>
              </a:spcBef>
              <a:spcAft>
                <a:spcPct val="0"/>
              </a:spcAft>
              <a:buChar char="»"/>
              <a:defRPr sz="2000">
                <a:solidFill>
                  <a:schemeClr val="tx1"/>
                </a:solidFill>
                <a:latin typeface="Verdana" pitchFamily="34" charset="0"/>
              </a:defRPr>
            </a:lvl8pPr>
            <a:lvl9pPr marL="3886200" indent="-228600" eaLnBrk="0" fontAlgn="base" hangingPunct="0">
              <a:spcBef>
                <a:spcPct val="20000"/>
              </a:spcBef>
              <a:spcAft>
                <a:spcPct val="0"/>
              </a:spcAft>
              <a:buChar char="»"/>
              <a:defRPr sz="2000">
                <a:solidFill>
                  <a:schemeClr val="tx1"/>
                </a:solidFill>
                <a:latin typeface="Verdana" pitchFamily="34" charset="0"/>
              </a:defRPr>
            </a:lvl9pPr>
          </a:lstStyle>
          <a:p>
            <a:pPr eaLnBrk="1" hangingPunct="1">
              <a:spcBef>
                <a:spcPct val="0"/>
              </a:spcBef>
            </a:pPr>
            <a:r>
              <a:rPr lang="en-US" altLang="en-US" sz="2000">
                <a:latin typeface="Arial" charset="0"/>
              </a:rPr>
              <a:t> Known as “Predictive” or “Profiling” Data Mining</a:t>
            </a:r>
          </a:p>
          <a:p>
            <a:pPr lvl="1" eaLnBrk="1" hangingPunct="1">
              <a:spcBef>
                <a:spcPct val="0"/>
              </a:spcBef>
              <a:buFontTx/>
              <a:buChar char="•"/>
            </a:pPr>
            <a:endParaRPr lang="en-US" altLang="en-US" sz="2000">
              <a:latin typeface="Arial" charset="0"/>
            </a:endParaRPr>
          </a:p>
          <a:p>
            <a:pPr eaLnBrk="1" hangingPunct="1">
              <a:spcBef>
                <a:spcPct val="0"/>
              </a:spcBef>
            </a:pPr>
            <a:r>
              <a:rPr lang="en-US" altLang="en-US" sz="2000">
                <a:latin typeface="Arial" charset="0"/>
              </a:rPr>
              <a:t> Applying data from the past to a similar business situation in the future</a:t>
            </a:r>
          </a:p>
          <a:p>
            <a:pPr eaLnBrk="1" hangingPunct="1">
              <a:spcBef>
                <a:spcPct val="0"/>
              </a:spcBef>
            </a:pPr>
            <a:endParaRPr lang="en-US" altLang="en-US" sz="2000">
              <a:latin typeface="Arial" charset="0"/>
            </a:endParaRPr>
          </a:p>
          <a:p>
            <a:pPr lvl="1" algn="ctr" eaLnBrk="1" hangingPunct="1">
              <a:spcBef>
                <a:spcPct val="0"/>
              </a:spcBef>
              <a:buFontTx/>
              <a:buNone/>
            </a:pPr>
            <a:r>
              <a:rPr lang="en-US" altLang="en-US" sz="2000">
                <a:solidFill>
                  <a:srgbClr val="337FCC"/>
                </a:solidFill>
                <a:latin typeface="Arial" charset="0"/>
              </a:rPr>
              <a:t> </a:t>
            </a:r>
            <a:r>
              <a:rPr lang="en-US" altLang="en-US" sz="2000" b="1">
                <a:solidFill>
                  <a:srgbClr val="337FCC"/>
                </a:solidFill>
                <a:latin typeface="Arial" charset="0"/>
              </a:rPr>
              <a:t>Customer Churn Example…</a:t>
            </a:r>
          </a:p>
          <a:p>
            <a:pPr lvl="1" eaLnBrk="1" hangingPunct="1">
              <a:spcBef>
                <a:spcPct val="0"/>
              </a:spcBef>
              <a:buFontTx/>
              <a:buChar char="•"/>
            </a:pPr>
            <a:r>
              <a:rPr lang="en-US" altLang="en-US" sz="2000">
                <a:solidFill>
                  <a:schemeClr val="accent2"/>
                </a:solidFill>
                <a:latin typeface="Arial" charset="0"/>
              </a:rPr>
              <a:t> A customer that has left in the past is similar to one who will leave</a:t>
            </a:r>
          </a:p>
          <a:p>
            <a:pPr lvl="1" eaLnBrk="1" hangingPunct="1">
              <a:spcBef>
                <a:spcPct val="0"/>
              </a:spcBef>
              <a:buFontTx/>
              <a:buNone/>
            </a:pPr>
            <a:r>
              <a:rPr lang="en-US" altLang="en-US" sz="2000">
                <a:solidFill>
                  <a:schemeClr val="accent2"/>
                </a:solidFill>
                <a:latin typeface="Arial" charset="0"/>
              </a:rPr>
              <a:t>  in the future. So, gather data on lost customers in order to hopefully   </a:t>
            </a:r>
          </a:p>
          <a:p>
            <a:pPr lvl="1" eaLnBrk="1" hangingPunct="1">
              <a:spcBef>
                <a:spcPct val="0"/>
              </a:spcBef>
              <a:buFontTx/>
              <a:buNone/>
            </a:pPr>
            <a:r>
              <a:rPr lang="en-US" altLang="en-US" sz="2000">
                <a:solidFill>
                  <a:schemeClr val="accent2"/>
                </a:solidFill>
                <a:latin typeface="Arial" charset="0"/>
              </a:rPr>
              <a:t>  decrease the likelihood that current customers will leave.</a:t>
            </a:r>
          </a:p>
          <a:p>
            <a:pPr lvl="1" eaLnBrk="1" hangingPunct="1">
              <a:spcBef>
                <a:spcPct val="0"/>
              </a:spcBef>
              <a:buFontTx/>
              <a:buNone/>
            </a:pPr>
            <a:endParaRPr lang="en-US" altLang="en-US" sz="2000" b="1">
              <a:solidFill>
                <a:srgbClr val="CC3300"/>
              </a:solidFill>
              <a:latin typeface="Arial" charset="0"/>
            </a:endParaRPr>
          </a:p>
          <a:p>
            <a:pPr lvl="1" algn="ctr" eaLnBrk="1" hangingPunct="1">
              <a:spcBef>
                <a:spcPct val="0"/>
              </a:spcBef>
              <a:buFontTx/>
              <a:buNone/>
            </a:pPr>
            <a:r>
              <a:rPr lang="en-US" altLang="en-US" sz="2000" b="1">
                <a:solidFill>
                  <a:srgbClr val="337FCC"/>
                </a:solidFill>
                <a:latin typeface="Arial" charset="0"/>
              </a:rPr>
              <a:t>Marketing Example…</a:t>
            </a:r>
          </a:p>
          <a:p>
            <a:pPr lvl="1" eaLnBrk="1" hangingPunct="1">
              <a:spcBef>
                <a:spcPct val="0"/>
              </a:spcBef>
              <a:buFontTx/>
              <a:buChar char="•"/>
            </a:pPr>
            <a:r>
              <a:rPr lang="en-US" altLang="en-US" sz="2000">
                <a:solidFill>
                  <a:schemeClr val="accent2"/>
                </a:solidFill>
                <a:latin typeface="Arial" charset="0"/>
              </a:rPr>
              <a:t> Customers who responded to an advertisement or purchased a</a:t>
            </a:r>
          </a:p>
          <a:p>
            <a:pPr lvl="1" eaLnBrk="1" hangingPunct="1">
              <a:spcBef>
                <a:spcPct val="0"/>
              </a:spcBef>
              <a:buFontTx/>
              <a:buNone/>
            </a:pPr>
            <a:r>
              <a:rPr lang="en-US" altLang="en-US" sz="2000">
                <a:solidFill>
                  <a:schemeClr val="accent2"/>
                </a:solidFill>
                <a:latin typeface="Arial" charset="0"/>
              </a:rPr>
              <a:t>  product in the past are similar to those who will buy in the future</a:t>
            </a:r>
            <a:r>
              <a:rPr lang="en-US" altLang="en-US" sz="2000">
                <a:solidFill>
                  <a:srgbClr val="CC3300"/>
                </a:solidFill>
                <a:latin typeface="Arial" charset="0"/>
              </a:rPr>
              <a:t>.</a:t>
            </a:r>
            <a:r>
              <a:rPr lang="en-US" altLang="en-US" sz="2000">
                <a:latin typeface="Arial" charset="0"/>
              </a:rPr>
              <a:t> </a:t>
            </a:r>
          </a:p>
          <a:p>
            <a:pPr lvl="1" eaLnBrk="1" hangingPunct="1">
              <a:spcBef>
                <a:spcPct val="0"/>
              </a:spcBef>
              <a:buFontTx/>
              <a:buNone/>
            </a:pPr>
            <a:r>
              <a:rPr lang="en-US" altLang="en-US" sz="2000">
                <a:latin typeface="Arial" charset="0"/>
              </a:rPr>
              <a:t> </a:t>
            </a:r>
          </a:p>
        </p:txBody>
      </p:sp>
      <p:pic>
        <p:nvPicPr>
          <p:cNvPr id="57350" name="Picture 5" descr="datamining4.gi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381750" y="361950"/>
            <a:ext cx="2286000" cy="255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35097952"/>
      </p:ext>
    </p:extLst>
  </p:cSld>
  <p:clrMapOvr>
    <a:masterClrMapping/>
  </p:clrMapOvr>
  <mc:AlternateContent xmlns:mc="http://schemas.openxmlformats.org/markup-compatibility/2006" xmlns:p14="http://schemas.microsoft.com/office/powerpoint/2010/main">
    <mc:Choice Requires="p14">
      <p:transition spd="slow" p14:dur="2000" advTm="43599"/>
    </mc:Choice>
    <mc:Fallback xmlns="">
      <p:transition spd="slow" advTm="43599"/>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2800">
                <a:solidFill>
                  <a:schemeClr val="tx1"/>
                </a:solidFill>
                <a:latin typeface="Verdana" pitchFamily="34" charset="0"/>
              </a:defRPr>
            </a:lvl1pPr>
            <a:lvl2pPr marL="742950" indent="-285750" eaLnBrk="0" hangingPunct="0">
              <a:spcBef>
                <a:spcPct val="20000"/>
              </a:spcBef>
              <a:buChar char="–"/>
              <a:defRPr sz="2400">
                <a:solidFill>
                  <a:schemeClr val="tx1"/>
                </a:solidFill>
                <a:latin typeface="Verdana" pitchFamily="34" charset="0"/>
              </a:defRPr>
            </a:lvl2pPr>
            <a:lvl3pPr marL="1143000" indent="-228600" eaLnBrk="0" hangingPunct="0">
              <a:spcBef>
                <a:spcPct val="20000"/>
              </a:spcBef>
              <a:buChar char="•"/>
              <a:defRPr sz="2000">
                <a:solidFill>
                  <a:schemeClr val="tx1"/>
                </a:solidFill>
                <a:latin typeface="Verdana" pitchFamily="34" charset="0"/>
              </a:defRPr>
            </a:lvl3pPr>
            <a:lvl4pPr marL="1600200" indent="-228600" eaLnBrk="0" hangingPunct="0">
              <a:spcBef>
                <a:spcPct val="20000"/>
              </a:spcBef>
              <a:buChar char="–"/>
              <a:defRPr sz="2000">
                <a:solidFill>
                  <a:schemeClr val="tx1"/>
                </a:solidFill>
                <a:latin typeface="Verdana" pitchFamily="34" charset="0"/>
              </a:defRPr>
            </a:lvl4pPr>
            <a:lvl5pPr marL="2057400" indent="-228600" eaLnBrk="0" hangingPunct="0">
              <a:spcBef>
                <a:spcPct val="20000"/>
              </a:spcBef>
              <a:buChar char="»"/>
              <a:defRPr sz="2000">
                <a:solidFill>
                  <a:schemeClr val="tx1"/>
                </a:solidFill>
                <a:latin typeface="Verdana" pitchFamily="34" charset="0"/>
              </a:defRPr>
            </a:lvl5pPr>
            <a:lvl6pPr marL="2514600" indent="-228600" eaLnBrk="0" fontAlgn="base" hangingPunct="0">
              <a:spcBef>
                <a:spcPct val="20000"/>
              </a:spcBef>
              <a:spcAft>
                <a:spcPct val="0"/>
              </a:spcAft>
              <a:buChar char="»"/>
              <a:defRPr sz="2000">
                <a:solidFill>
                  <a:schemeClr val="tx1"/>
                </a:solidFill>
                <a:latin typeface="Verdana" pitchFamily="34" charset="0"/>
              </a:defRPr>
            </a:lvl6pPr>
            <a:lvl7pPr marL="2971800" indent="-228600" eaLnBrk="0" fontAlgn="base" hangingPunct="0">
              <a:spcBef>
                <a:spcPct val="20000"/>
              </a:spcBef>
              <a:spcAft>
                <a:spcPct val="0"/>
              </a:spcAft>
              <a:buChar char="»"/>
              <a:defRPr sz="2000">
                <a:solidFill>
                  <a:schemeClr val="tx1"/>
                </a:solidFill>
                <a:latin typeface="Verdana" pitchFamily="34" charset="0"/>
              </a:defRPr>
            </a:lvl7pPr>
            <a:lvl8pPr marL="3429000" indent="-228600" eaLnBrk="0" fontAlgn="base" hangingPunct="0">
              <a:spcBef>
                <a:spcPct val="20000"/>
              </a:spcBef>
              <a:spcAft>
                <a:spcPct val="0"/>
              </a:spcAft>
              <a:buChar char="»"/>
              <a:defRPr sz="2000">
                <a:solidFill>
                  <a:schemeClr val="tx1"/>
                </a:solidFill>
                <a:latin typeface="Verdana" pitchFamily="34" charset="0"/>
              </a:defRPr>
            </a:lvl8pPr>
            <a:lvl9pPr marL="3886200" indent="-228600" eaLnBrk="0" fontAlgn="base" hangingPunct="0">
              <a:spcBef>
                <a:spcPct val="20000"/>
              </a:spcBef>
              <a:spcAft>
                <a:spcPct val="0"/>
              </a:spcAft>
              <a:buChar char="»"/>
              <a:defRPr sz="2000">
                <a:solidFill>
                  <a:schemeClr val="tx1"/>
                </a:solidFill>
                <a:latin typeface="Verdana" pitchFamily="34" charset="0"/>
              </a:defRPr>
            </a:lvl9pPr>
          </a:lstStyle>
          <a:p>
            <a:pPr eaLnBrk="1" hangingPunct="1">
              <a:spcBef>
                <a:spcPct val="0"/>
              </a:spcBef>
              <a:buFontTx/>
              <a:buNone/>
            </a:pPr>
            <a:r>
              <a:rPr lang="en-IE" altLang="en-US" sz="1200"/>
              <a:t>    Slide </a:t>
            </a:r>
            <a:fld id="{1DEFDC52-62CB-49F7-9411-25E6DC0A6D69}" type="slidenum">
              <a:rPr lang="en-IE" altLang="en-US" sz="1200" smtClean="0"/>
              <a:pPr eaLnBrk="1" hangingPunct="1">
                <a:spcBef>
                  <a:spcPct val="0"/>
                </a:spcBef>
                <a:buFontTx/>
                <a:buNone/>
              </a:pPr>
              <a:t>27</a:t>
            </a:fld>
            <a:endParaRPr lang="en-IE" altLang="en-US" sz="1200"/>
          </a:p>
        </p:txBody>
      </p:sp>
      <p:sp>
        <p:nvSpPr>
          <p:cNvPr id="61443" name="Rectangle 2"/>
          <p:cNvSpPr>
            <a:spLocks noGrp="1" noChangeArrowheads="1"/>
          </p:cNvSpPr>
          <p:nvPr>
            <p:ph type="title"/>
          </p:nvPr>
        </p:nvSpPr>
        <p:spPr>
          <a:xfrm>
            <a:off x="228600" y="80963"/>
            <a:ext cx="7234238" cy="939800"/>
          </a:xfrm>
        </p:spPr>
        <p:txBody>
          <a:bodyPr/>
          <a:lstStyle/>
          <a:p>
            <a:pPr eaLnBrk="1" hangingPunct="1"/>
            <a:r>
              <a:rPr lang="en-US" altLang="en-US" sz="3600"/>
              <a:t>VIP Customers</a:t>
            </a:r>
          </a:p>
        </p:txBody>
      </p:sp>
      <p:sp>
        <p:nvSpPr>
          <p:cNvPr id="374787" name="Rectangle 3"/>
          <p:cNvSpPr>
            <a:spLocks noGrp="1" noChangeArrowheads="1"/>
          </p:cNvSpPr>
          <p:nvPr>
            <p:ph type="body" idx="1"/>
          </p:nvPr>
        </p:nvSpPr>
        <p:spPr>
          <a:xfrm>
            <a:off x="-685800" y="1146175"/>
            <a:ext cx="7562850" cy="5213350"/>
          </a:xfrm>
        </p:spPr>
        <p:txBody>
          <a:bodyPr/>
          <a:lstStyle/>
          <a:p>
            <a:pPr marL="0" indent="0" algn="ctr" eaLnBrk="1" hangingPunct="1"/>
            <a:endParaRPr lang="en-US" altLang="en-US" sz="2400">
              <a:solidFill>
                <a:schemeClr val="accent1"/>
              </a:solidFill>
              <a:cs typeface="Times New Roman" pitchFamily="18" charset="0"/>
            </a:endParaRPr>
          </a:p>
          <a:p>
            <a:pPr lvl="3" eaLnBrk="1" hangingPunct="1"/>
            <a:r>
              <a:rPr lang="en-US" altLang="en-US">
                <a:solidFill>
                  <a:srgbClr val="337FCC"/>
                </a:solidFill>
                <a:latin typeface="Arial" charset="0"/>
                <a:cs typeface="Times New Roman" pitchFamily="18" charset="0"/>
              </a:rPr>
              <a:t>“</a:t>
            </a:r>
            <a:r>
              <a:rPr lang="en-US" altLang="en-US">
                <a:solidFill>
                  <a:srgbClr val="337FCC"/>
                </a:solidFill>
                <a:cs typeface="Times New Roman" pitchFamily="18" charset="0"/>
              </a:rPr>
              <a:t>VIP Customers</a:t>
            </a:r>
            <a:r>
              <a:rPr lang="en-US" altLang="en-US">
                <a:solidFill>
                  <a:srgbClr val="337FCC"/>
                </a:solidFill>
                <a:latin typeface="Arial" charset="0"/>
                <a:cs typeface="Times New Roman" pitchFamily="18" charset="0"/>
              </a:rPr>
              <a:t>”…</a:t>
            </a:r>
            <a:r>
              <a:rPr lang="en-US" altLang="en-US">
                <a:solidFill>
                  <a:srgbClr val="337FCC"/>
                </a:solidFill>
                <a:cs typeface="Times New Roman" pitchFamily="18" charset="0"/>
              </a:rPr>
              <a:t>Identify customers who are power buyers</a:t>
            </a:r>
          </a:p>
          <a:p>
            <a:pPr lvl="4" eaLnBrk="1" hangingPunct="1"/>
            <a:r>
              <a:rPr lang="en-US" altLang="en-US" sz="1800" b="1">
                <a:solidFill>
                  <a:srgbClr val="FF9900"/>
                </a:solidFill>
                <a:cs typeface="Times New Roman" pitchFamily="18" charset="0"/>
              </a:rPr>
              <a:t>The top 20% of your customers account for 80% of total sales</a:t>
            </a:r>
          </a:p>
          <a:p>
            <a:pPr lvl="4" eaLnBrk="1" hangingPunct="1"/>
            <a:r>
              <a:rPr lang="en-US" altLang="en-US" sz="1800" b="1">
                <a:solidFill>
                  <a:srgbClr val="FF9900"/>
                </a:solidFill>
                <a:cs typeface="Times New Roman" pitchFamily="18" charset="0"/>
              </a:rPr>
              <a:t>Retailers must constantly communicate with these customers to promote new products</a:t>
            </a:r>
          </a:p>
          <a:p>
            <a:pPr lvl="4" eaLnBrk="1" hangingPunct="1"/>
            <a:r>
              <a:rPr lang="en-US" altLang="en-US" sz="1800" b="1">
                <a:solidFill>
                  <a:srgbClr val="FF9900"/>
                </a:solidFill>
                <a:latin typeface="Arial" charset="0"/>
                <a:cs typeface="Times New Roman" pitchFamily="18" charset="0"/>
              </a:rPr>
              <a:t>“</a:t>
            </a:r>
            <a:r>
              <a:rPr lang="en-US" altLang="en-US" sz="1800" b="1">
                <a:solidFill>
                  <a:srgbClr val="FF9900"/>
                </a:solidFill>
                <a:cs typeface="Times New Roman" pitchFamily="18" charset="0"/>
              </a:rPr>
              <a:t>Inventory Advantage</a:t>
            </a:r>
            <a:r>
              <a:rPr lang="en-US" altLang="en-US" sz="1800" b="1">
                <a:solidFill>
                  <a:srgbClr val="FF9900"/>
                </a:solidFill>
                <a:latin typeface="Arial" charset="0"/>
                <a:cs typeface="Times New Roman" pitchFamily="18" charset="0"/>
              </a:rPr>
              <a:t>”…</a:t>
            </a:r>
            <a:r>
              <a:rPr lang="en-US" altLang="en-US" sz="1800" b="1">
                <a:solidFill>
                  <a:srgbClr val="FF9900"/>
                </a:solidFill>
                <a:cs typeface="Times New Roman" pitchFamily="18" charset="0"/>
              </a:rPr>
              <a:t>Retailer orders are placed 6 months prior to a shopping season. They first contact VIP customers to buy new products (at a discount) then adjust inventory levels based on their response </a:t>
            </a:r>
          </a:p>
        </p:txBody>
      </p:sp>
      <p:pic>
        <p:nvPicPr>
          <p:cNvPr id="61445" name="Picture 4" descr="dm8.bmp"/>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934200" y="547688"/>
            <a:ext cx="1524000" cy="164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46" name="Picture 5" descr="dm7.bmp"/>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729413" y="4633913"/>
            <a:ext cx="2124075" cy="159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3723506065"/>
      </p:ext>
    </p:extLst>
  </p:cSld>
  <p:clrMapOvr>
    <a:masterClrMapping/>
  </p:clrMapOvr>
  <mc:AlternateContent xmlns:mc="http://schemas.openxmlformats.org/markup-compatibility/2006" xmlns:p14="http://schemas.microsoft.com/office/powerpoint/2010/main">
    <mc:Choice Requires="p14">
      <p:transition spd="slow" p14:dur="2000" advTm="54360"/>
    </mc:Choice>
    <mc:Fallback xmlns="">
      <p:transition spd="slow" advTm="5436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74787">
                                            <p:txEl>
                                              <p:pRg st="3" end="3"/>
                                            </p:txEl>
                                          </p:spTgt>
                                        </p:tgtEl>
                                        <p:attrNameLst>
                                          <p:attrName>style.visibility</p:attrName>
                                        </p:attrNameLst>
                                      </p:cBhvr>
                                      <p:to>
                                        <p:strVal val="visible"/>
                                      </p:to>
                                    </p:set>
                                    <p:anim calcmode="lin" valueType="num">
                                      <p:cBhvr additive="base">
                                        <p:cTn id="7" dur="500" fill="hold"/>
                                        <p:tgtEl>
                                          <p:spTgt spid="374787">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7478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74787">
                                            <p:txEl>
                                              <p:pRg st="4" end="4"/>
                                            </p:txEl>
                                          </p:spTgt>
                                        </p:tgtEl>
                                        <p:attrNameLst>
                                          <p:attrName>style.visibility</p:attrName>
                                        </p:attrNameLst>
                                      </p:cBhvr>
                                      <p:to>
                                        <p:strVal val="visible"/>
                                      </p:to>
                                    </p:set>
                                    <p:anim calcmode="lin" valueType="num">
                                      <p:cBhvr additive="base">
                                        <p:cTn id="13" dur="500" fill="hold"/>
                                        <p:tgtEl>
                                          <p:spTgt spid="374787">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7478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hangingPunct="1"/>
            <a:r>
              <a:rPr lang="en-US" altLang="en-US"/>
              <a:t> </a:t>
            </a:r>
          </a:p>
        </p:txBody>
      </p:sp>
      <p:sp>
        <p:nvSpPr>
          <p:cNvPr id="16387" name="Rectangle 3"/>
          <p:cNvSpPr>
            <a:spLocks noGrp="1" noChangeArrowheads="1"/>
          </p:cNvSpPr>
          <p:nvPr>
            <p:ph type="body" idx="1"/>
          </p:nvPr>
        </p:nvSpPr>
        <p:spPr>
          <a:xfrm>
            <a:off x="1476375" y="3789363"/>
            <a:ext cx="6408738" cy="2592387"/>
          </a:xfrm>
        </p:spPr>
        <p:style>
          <a:lnRef idx="1">
            <a:schemeClr val="accent1"/>
          </a:lnRef>
          <a:fillRef idx="2">
            <a:schemeClr val="accent1"/>
          </a:fillRef>
          <a:effectRef idx="1">
            <a:schemeClr val="accent1"/>
          </a:effectRef>
          <a:fontRef idx="minor">
            <a:schemeClr val="dk1"/>
          </a:fontRef>
        </p:style>
        <p:txBody>
          <a:bodyPr>
            <a:normAutofit fontScale="92500"/>
          </a:bodyPr>
          <a:lstStyle/>
          <a:p>
            <a:pPr eaLnBrk="1" hangingPunct="1">
              <a:defRPr/>
            </a:pPr>
            <a:r>
              <a:rPr lang="en-IE" sz="2400" dirty="0"/>
              <a:t>As computer scientists continue to refine data-mining algorithms, they are uncovering new ways to predict how people will react when they are presented with information</a:t>
            </a:r>
          </a:p>
          <a:p>
            <a:pPr eaLnBrk="1" hangingPunct="1">
              <a:defRPr/>
            </a:pPr>
            <a:r>
              <a:rPr lang="en-IE" sz="2400" dirty="0"/>
              <a:t>They are learning not only how to identify us but also how to manipulate us</a:t>
            </a:r>
          </a:p>
          <a:p>
            <a:pPr eaLnBrk="1" hangingPunct="1">
              <a:defRPr/>
            </a:pPr>
            <a:endParaRPr lang="en-GB" dirty="0"/>
          </a:p>
        </p:txBody>
      </p:sp>
      <p:pic>
        <p:nvPicPr>
          <p:cNvPr id="46084"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46088" y="296863"/>
            <a:ext cx="8086725" cy="341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advTm="58566"/>
    </mc:Choice>
    <mc:Fallback xmlns="">
      <p:transition spd="slow" advTm="58566"/>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5.3|10.4"/>
</p:tagLst>
</file>

<file path=ppt/tags/tag2.xml><?xml version="1.0" encoding="utf-8"?>
<p:tagLst xmlns:a="http://schemas.openxmlformats.org/drawingml/2006/main" xmlns:r="http://schemas.openxmlformats.org/officeDocument/2006/relationships" xmlns:p="http://schemas.openxmlformats.org/presentationml/2006/main">
  <p:tag name="TIMING" val="|42.6"/>
</p:tagLst>
</file>

<file path=ppt/tags/tag3.xml><?xml version="1.0" encoding="utf-8"?>
<p:tagLst xmlns:a="http://schemas.openxmlformats.org/drawingml/2006/main" xmlns:r="http://schemas.openxmlformats.org/officeDocument/2006/relationships" xmlns:p="http://schemas.openxmlformats.org/presentationml/2006/main">
  <p:tag name="TIMING" val="|19.2"/>
</p:tagLst>
</file>

<file path=ppt/tags/tag4.xml><?xml version="1.0" encoding="utf-8"?>
<p:tagLst xmlns:a="http://schemas.openxmlformats.org/drawingml/2006/main" xmlns:r="http://schemas.openxmlformats.org/officeDocument/2006/relationships" xmlns:p="http://schemas.openxmlformats.org/presentationml/2006/main">
  <p:tag name="TIMING" val="|22.7|14.1"/>
</p:tagLst>
</file>

<file path=ppt/theme/theme1.xml><?xml version="1.0" encoding="utf-8"?>
<a:theme xmlns:a="http://schemas.openxmlformats.org/drawingml/2006/main" name="Quinn School Presentation Slide Template">
  <a:themeElements>
    <a:clrScheme name="Quinn School Presentation Slide 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Quinn School Presentation Slide Template">
      <a:majorFont>
        <a:latin typeface="Arial"/>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Quinn School Presentation Slide 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Quinn School Presentation Slide Templ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Quinn School Presentation Slide Templ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Quinn School Presentation Slide Templ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Quinn School Presentation Slide Templ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Quinn School Presentation Slide Templ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Quinn School Presentation Slide Templat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Quinn School Presentation Slide Templ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Quinn School Presentation Slide Templ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Quinn School Presentation Slide Templ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Quinn School Presentation Slide Templ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Quinn School Presentation Slide Templ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C:\Documents and Settings\winnie\My Documents\Quinn School Presentation Slide Template.ppt</Template>
  <TotalTime>3830</TotalTime>
  <Words>2290</Words>
  <Application>Microsoft Macintosh PowerPoint</Application>
  <PresentationFormat>On-screen Show (4:3)</PresentationFormat>
  <Paragraphs>252</Paragraphs>
  <Slides>28</Slides>
  <Notes>18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PMingLiU</vt:lpstr>
      <vt:lpstr>Arial</vt:lpstr>
      <vt:lpstr>Monotype Sorts</vt:lpstr>
      <vt:lpstr>Times</vt:lpstr>
      <vt:lpstr>Times New Roman</vt:lpstr>
      <vt:lpstr>Verdana</vt:lpstr>
      <vt:lpstr>Wingdings</vt:lpstr>
      <vt:lpstr>Quinn School Presentation Slide Template</vt:lpstr>
      <vt:lpstr>PowerPoint Presentation</vt:lpstr>
      <vt:lpstr>Database and Data Warehouse</vt:lpstr>
      <vt:lpstr>Terminology for Using and Analysing Data</vt:lpstr>
      <vt:lpstr>Context</vt:lpstr>
      <vt:lpstr>PowerPoint Presentation</vt:lpstr>
      <vt:lpstr>Knowledge Management</vt:lpstr>
      <vt:lpstr>Knowledge Management</vt:lpstr>
      <vt:lpstr>MANAGERIAL ISSUES</vt:lpstr>
      <vt:lpstr>Explicit Knowledge</vt:lpstr>
      <vt:lpstr>Knowledge – Explicit knowledge </vt:lpstr>
      <vt:lpstr>Tacit Knowledge </vt:lpstr>
      <vt:lpstr>Knowledge – Tacit knowledge </vt:lpstr>
      <vt:lpstr> </vt:lpstr>
      <vt:lpstr> </vt:lpstr>
      <vt:lpstr> </vt:lpstr>
      <vt:lpstr> </vt:lpstr>
      <vt:lpstr>Data privacy and privacy policies</vt:lpstr>
      <vt:lpstr>Fines for Meta</vt:lpstr>
      <vt:lpstr>Data Mining</vt:lpstr>
      <vt:lpstr>Multidimensional Analysis  and Data Mining</vt:lpstr>
      <vt:lpstr>Data Mining</vt:lpstr>
      <vt:lpstr>Data Mining</vt:lpstr>
      <vt:lpstr>Data Mining</vt:lpstr>
      <vt:lpstr>Data Mining</vt:lpstr>
      <vt:lpstr>Data Mining</vt:lpstr>
      <vt:lpstr>Data Mining</vt:lpstr>
      <vt:lpstr>VIP Customers</vt:lpstr>
      <vt:lpstr> </vt:lpstr>
    </vt:vector>
  </TitlesOfParts>
  <Company>Žꀀ]讘ղ龍뿿큠Ś樬]讘Ž뿿큐</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2</dc:title>
  <dc:creator>Peter Peter</dc:creator>
  <cp:lastModifiedBy>Clare Branigan</cp:lastModifiedBy>
  <cp:revision>233</cp:revision>
  <dcterms:created xsi:type="dcterms:W3CDTF">2003-12-30T12:59:50Z</dcterms:created>
  <dcterms:modified xsi:type="dcterms:W3CDTF">2026-02-18T08:51:31Z</dcterms:modified>
</cp:coreProperties>
</file>